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35"/>
  </p:notesMasterIdLst>
  <p:sldIdLst>
    <p:sldId id="256" r:id="rId2"/>
    <p:sldId id="259" r:id="rId3"/>
    <p:sldId id="297" r:id="rId4"/>
    <p:sldId id="296" r:id="rId5"/>
    <p:sldId id="260" r:id="rId6"/>
    <p:sldId id="298" r:id="rId7"/>
    <p:sldId id="303" r:id="rId8"/>
    <p:sldId id="300" r:id="rId9"/>
    <p:sldId id="301" r:id="rId10"/>
    <p:sldId id="302" r:id="rId11"/>
    <p:sldId id="299" r:id="rId12"/>
    <p:sldId id="304" r:id="rId13"/>
    <p:sldId id="305" r:id="rId14"/>
    <p:sldId id="307" r:id="rId15"/>
    <p:sldId id="306" r:id="rId16"/>
    <p:sldId id="308" r:id="rId17"/>
    <p:sldId id="309" r:id="rId18"/>
    <p:sldId id="323" r:id="rId19"/>
    <p:sldId id="310" r:id="rId20"/>
    <p:sldId id="311" r:id="rId21"/>
    <p:sldId id="316" r:id="rId22"/>
    <p:sldId id="313" r:id="rId23"/>
    <p:sldId id="312" r:id="rId24"/>
    <p:sldId id="315" r:id="rId25"/>
    <p:sldId id="314" r:id="rId26"/>
    <p:sldId id="317" r:id="rId27"/>
    <p:sldId id="318" r:id="rId28"/>
    <p:sldId id="319" r:id="rId29"/>
    <p:sldId id="320" r:id="rId30"/>
    <p:sldId id="325" r:id="rId31"/>
    <p:sldId id="324" r:id="rId32"/>
    <p:sldId id="321" r:id="rId33"/>
    <p:sldId id="322" r:id="rId34"/>
  </p:sldIdLst>
  <p:sldSz cx="9144000" cy="5143500" type="screen16x9"/>
  <p:notesSz cx="6858000" cy="9144000"/>
  <p:embeddedFontLst>
    <p:embeddedFont>
      <p:font typeface="Orbitron" panose="020B0604020202020204" charset="0"/>
      <p:regular r:id="rId36"/>
      <p:bold r:id="rId37"/>
    </p:embeddedFont>
    <p:embeddedFont>
      <p:font typeface="Joystix Monospace" panose="02010609020102020304" pitchFamily="49" charset="0"/>
      <p:regular r:id="rId38"/>
    </p:embeddedFont>
    <p:embeddedFont>
      <p:font typeface="Montserrat" panose="00000500000000000000" pitchFamily="2" charset="-52"/>
      <p:regular r:id="rId39"/>
      <p:bold r:id="rId40"/>
      <p:italic r:id="rId41"/>
      <p:boldItalic r:id="rId42"/>
    </p:embeddedFont>
    <p:embeddedFont>
      <p:font typeface="Kanit" panose="020B0604020202020204" charset="-34"/>
      <p:regular r:id="rId43"/>
      <p:bold r:id="rId44"/>
      <p:italic r:id="rId45"/>
      <p:boldItalic r:id="rId46"/>
    </p:embeddedFont>
    <p:embeddedFont>
      <p:font typeface="Kanit Light" panose="020B0604020202020204" charset="-34"/>
      <p:regular r:id="rId47"/>
      <p:bold r:id="rId48"/>
      <p:italic r:id="rId49"/>
      <p:boldItalic r:id="rId50"/>
    </p:embeddedFont>
    <p:embeddedFont>
      <p:font typeface="Raleway" panose="020B0604020202020204" charset="-52"/>
      <p:regular r:id="rId51"/>
      <p:bold r:id="rId52"/>
      <p:italic r:id="rId53"/>
      <p:boldItalic r:id="rId5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DF351"/>
    <a:srgbClr val="60EF55"/>
    <a:srgbClr val="6ABF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7CF2239-4E90-4830-B171-954E89D80196}">
  <a:tblStyle styleId="{87CF2239-4E90-4830-B171-954E89D8019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8B17031-327C-4C9D-81B6-681B7BE911D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90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516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7.fntdata"/><Relationship Id="rId47" Type="http://schemas.openxmlformats.org/officeDocument/2006/relationships/font" Target="fonts/font12.fntdata"/><Relationship Id="rId50" Type="http://schemas.openxmlformats.org/officeDocument/2006/relationships/font" Target="fonts/font15.fntdata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6.fntdata"/><Relationship Id="rId54" Type="http://schemas.openxmlformats.org/officeDocument/2006/relationships/font" Target="fonts/font1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font" Target="fonts/font10.fntdata"/><Relationship Id="rId53" Type="http://schemas.openxmlformats.org/officeDocument/2006/relationships/font" Target="fonts/font18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49" Type="http://schemas.openxmlformats.org/officeDocument/2006/relationships/font" Target="fonts/font14.fntdata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9.fntdata"/><Relationship Id="rId52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48" Type="http://schemas.openxmlformats.org/officeDocument/2006/relationships/font" Target="fonts/font13.fntdata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16.fntdata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3376c313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13376c313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125d80b419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125d80b419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038798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3376c313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13376c313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97488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125d80b419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125d80b419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3376c313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13376c313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62234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125d80b419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125d80b419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390089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3376c313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13376c313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50400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125d80b419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125d80b419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350839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3376c313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13376c313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04318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125d80b419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125d80b419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204267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3376c313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13376c313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5046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125d80b419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125d80b419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586403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3376c313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13376c313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02564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125d80b419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125d80b419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938645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3376c313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13376c313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27714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125d80b419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125d80b419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045075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125d80b419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125d80b419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045075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3376c313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13376c313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6948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125d80b419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125d80b419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340435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3376c313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13376c313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27714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125d80b419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125d80b419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045075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3376c313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13376c313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277140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125d80b419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125d80b419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0450754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3376c313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13376c313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277140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125d80b419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125d80b419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0450754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3376c313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13376c313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277140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125d80b419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125d80b419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0450754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3376c313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13376c313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277140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125d80b419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125d80b419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0450754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3376c313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13376c313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277140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125d80b419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125d80b419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0450754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125d80b419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125d80b419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045075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654450" y="1307025"/>
            <a:ext cx="5682300" cy="199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654575" y="3450425"/>
            <a:ext cx="5682300" cy="4095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pic>
        <p:nvPicPr>
          <p:cNvPr id="12" name="Google Shape;12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30675" y="-145538"/>
            <a:ext cx="9557898" cy="53763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8657175" y="772575"/>
            <a:ext cx="74100" cy="1788450"/>
            <a:chOff x="8657175" y="772575"/>
            <a:chExt cx="74100" cy="1788450"/>
          </a:xfrm>
        </p:grpSpPr>
        <p:sp>
          <p:nvSpPr>
            <p:cNvPr id="14" name="Google Shape;14;p2"/>
            <p:cNvSpPr/>
            <p:nvPr/>
          </p:nvSpPr>
          <p:spPr>
            <a:xfrm>
              <a:off x="8657175" y="772575"/>
              <a:ext cx="74100" cy="1428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657175" y="2304150"/>
              <a:ext cx="74100" cy="7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657175" y="2483925"/>
              <a:ext cx="74100" cy="7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sp>
        <p:nvSpPr>
          <p:cNvPr id="17" name="Google Shape;17;p2"/>
          <p:cNvSpPr/>
          <p:nvPr/>
        </p:nvSpPr>
        <p:spPr>
          <a:xfrm>
            <a:off x="8809575" y="4485025"/>
            <a:ext cx="74100" cy="74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8657175" y="4637450"/>
            <a:ext cx="74100" cy="74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8809575" y="4789875"/>
            <a:ext cx="74100" cy="74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grpSp>
        <p:nvGrpSpPr>
          <p:cNvPr id="20" name="Google Shape;20;p2"/>
          <p:cNvGrpSpPr/>
          <p:nvPr/>
        </p:nvGrpSpPr>
        <p:grpSpPr>
          <a:xfrm>
            <a:off x="205650" y="308475"/>
            <a:ext cx="150300" cy="378950"/>
            <a:chOff x="205650" y="308475"/>
            <a:chExt cx="150300" cy="378950"/>
          </a:xfrm>
        </p:grpSpPr>
        <p:sp>
          <p:nvSpPr>
            <p:cNvPr id="21" name="Google Shape;21;p2"/>
            <p:cNvSpPr/>
            <p:nvPr/>
          </p:nvSpPr>
          <p:spPr>
            <a:xfrm>
              <a:off x="205650" y="308475"/>
              <a:ext cx="74100" cy="74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281850" y="460900"/>
              <a:ext cx="74100" cy="74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205650" y="613325"/>
              <a:ext cx="74100" cy="74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24" name="Google Shape;24;p2"/>
          <p:cNvGrpSpPr/>
          <p:nvPr/>
        </p:nvGrpSpPr>
        <p:grpSpPr>
          <a:xfrm>
            <a:off x="1085475" y="4711575"/>
            <a:ext cx="536998" cy="134100"/>
            <a:chOff x="1085475" y="4711575"/>
            <a:chExt cx="536998" cy="134100"/>
          </a:xfrm>
        </p:grpSpPr>
        <p:sp>
          <p:nvSpPr>
            <p:cNvPr id="25" name="Google Shape;25;p2"/>
            <p:cNvSpPr/>
            <p:nvPr/>
          </p:nvSpPr>
          <p:spPr>
            <a:xfrm>
              <a:off x="1085475" y="471157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1219774" y="471157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1354074" y="471157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1488373" y="471157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3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flipH="1"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3"/>
          <p:cNvPicPr preferRelativeResize="0"/>
          <p:nvPr/>
        </p:nvPicPr>
        <p:blipFill rotWithShape="1">
          <a:blip r:embed="rId3">
            <a:alphaModFix/>
          </a:blip>
          <a:srcRect t="13217"/>
          <a:stretch/>
        </p:blipFill>
        <p:spPr>
          <a:xfrm>
            <a:off x="-330675" y="565023"/>
            <a:ext cx="9557898" cy="4665776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3"/>
          <p:cNvSpPr txBox="1">
            <a:spLocks noGrp="1"/>
          </p:cNvSpPr>
          <p:nvPr>
            <p:ph type="title"/>
          </p:nvPr>
        </p:nvSpPr>
        <p:spPr>
          <a:xfrm>
            <a:off x="2391900" y="2409526"/>
            <a:ext cx="4360200" cy="11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title" idx="2" hasCustomPrompt="1"/>
          </p:nvPr>
        </p:nvSpPr>
        <p:spPr>
          <a:xfrm>
            <a:off x="4027150" y="1352695"/>
            <a:ext cx="1089900" cy="102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grpSp>
        <p:nvGrpSpPr>
          <p:cNvPr id="34" name="Google Shape;34;p3"/>
          <p:cNvGrpSpPr/>
          <p:nvPr/>
        </p:nvGrpSpPr>
        <p:grpSpPr>
          <a:xfrm>
            <a:off x="1112875" y="367875"/>
            <a:ext cx="1788450" cy="74100"/>
            <a:chOff x="1112875" y="367875"/>
            <a:chExt cx="1788450" cy="74100"/>
          </a:xfrm>
        </p:grpSpPr>
        <p:sp>
          <p:nvSpPr>
            <p:cNvPr id="35" name="Google Shape;35;p3"/>
            <p:cNvSpPr/>
            <p:nvPr/>
          </p:nvSpPr>
          <p:spPr>
            <a:xfrm rot="-5400000">
              <a:off x="1790275" y="-309525"/>
              <a:ext cx="74100" cy="1428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2645950" y="366375"/>
              <a:ext cx="74100" cy="7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37" name="Google Shape;37;p3"/>
            <p:cNvSpPr/>
            <p:nvPr/>
          </p:nvSpPr>
          <p:spPr>
            <a:xfrm rot="-5400000">
              <a:off x="2825725" y="366375"/>
              <a:ext cx="74100" cy="7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38" name="Google Shape;38;p3"/>
          <p:cNvGrpSpPr/>
          <p:nvPr/>
        </p:nvGrpSpPr>
        <p:grpSpPr>
          <a:xfrm>
            <a:off x="1085475" y="4711575"/>
            <a:ext cx="536998" cy="134100"/>
            <a:chOff x="1085475" y="4711575"/>
            <a:chExt cx="536998" cy="134100"/>
          </a:xfrm>
        </p:grpSpPr>
        <p:sp>
          <p:nvSpPr>
            <p:cNvPr id="39" name="Google Shape;39;p3"/>
            <p:cNvSpPr/>
            <p:nvPr/>
          </p:nvSpPr>
          <p:spPr>
            <a:xfrm>
              <a:off x="1085475" y="471157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1219774" y="471157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1354074" y="471157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1488373" y="471157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549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7"/>
          <p:cNvSpPr txBox="1">
            <a:spLocks noGrp="1"/>
          </p:cNvSpPr>
          <p:nvPr>
            <p:ph type="body" idx="1"/>
          </p:nvPr>
        </p:nvSpPr>
        <p:spPr>
          <a:xfrm>
            <a:off x="720000" y="1547575"/>
            <a:ext cx="4549500" cy="266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■"/>
              <a:defRPr/>
            </a:lvl9pPr>
          </a:lstStyle>
          <a:p>
            <a:endParaRPr/>
          </a:p>
        </p:txBody>
      </p:sp>
      <p:sp>
        <p:nvSpPr>
          <p:cNvPr id="65" name="Google Shape;65;p7"/>
          <p:cNvSpPr>
            <a:spLocks noGrp="1"/>
          </p:cNvSpPr>
          <p:nvPr>
            <p:ph type="pic" idx="2"/>
          </p:nvPr>
        </p:nvSpPr>
        <p:spPr>
          <a:xfrm>
            <a:off x="5831400" y="756200"/>
            <a:ext cx="2526600" cy="3699600"/>
          </a:xfrm>
          <a:prstGeom prst="snip1Rect">
            <a:avLst>
              <a:gd name="adj" fmla="val 16667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66" name="Google Shape;6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24639" y="-126362"/>
            <a:ext cx="9593277" cy="5396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7"/>
          <p:cNvPicPr preferRelativeResize="0"/>
          <p:nvPr/>
        </p:nvPicPr>
        <p:blipFill rotWithShape="1">
          <a:blip r:embed="rId3">
            <a:alphaModFix amt="60000"/>
          </a:blip>
          <a:srcRect l="38540" t="43939"/>
          <a:stretch/>
        </p:blipFill>
        <p:spPr>
          <a:xfrm flipH="1">
            <a:off x="0" y="2807025"/>
            <a:ext cx="4553876" cy="233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8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30675" y="-145538"/>
            <a:ext cx="9557898" cy="537632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9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30675" y="-145538"/>
            <a:ext cx="9557898" cy="5376326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9"/>
          <p:cNvSpPr txBox="1">
            <a:spLocks noGrp="1"/>
          </p:cNvSpPr>
          <p:nvPr>
            <p:ph type="title"/>
          </p:nvPr>
        </p:nvSpPr>
        <p:spPr>
          <a:xfrm>
            <a:off x="2241425" y="1293100"/>
            <a:ext cx="46611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6" name="Google Shape;76;p9"/>
          <p:cNvSpPr txBox="1">
            <a:spLocks noGrp="1"/>
          </p:cNvSpPr>
          <p:nvPr>
            <p:ph type="subTitle" idx="1"/>
          </p:nvPr>
        </p:nvSpPr>
        <p:spPr>
          <a:xfrm>
            <a:off x="2241475" y="216860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1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30675" y="-145538"/>
            <a:ext cx="9557898" cy="5376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24639" y="-126362"/>
            <a:ext cx="9593277" cy="5396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2"/>
          <p:cNvPicPr preferRelativeResize="0"/>
          <p:nvPr/>
        </p:nvPicPr>
        <p:blipFill rotWithShape="1">
          <a:blip r:embed="rId3">
            <a:alphaModFix amt="70000"/>
          </a:blip>
          <a:srcRect r="46170" b="42243"/>
          <a:stretch/>
        </p:blipFill>
        <p:spPr>
          <a:xfrm flipH="1">
            <a:off x="5856008" y="0"/>
            <a:ext cx="3287992" cy="1984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3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●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○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■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●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○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■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●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○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■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4" r:id="rId4"/>
    <p:sldLayoutId id="2147483655" r:id="rId5"/>
    <p:sldLayoutId id="2147483658" r:id="rId6"/>
    <p:sldLayoutId id="2147483667" r:id="rId7"/>
    <p:sldLayoutId id="2147483668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0">
          <p15:clr>
            <a:srgbClr val="EA4335"/>
          </p15:clr>
        </p15:guide>
        <p15:guide id="2" orient="horz" pos="337">
          <p15:clr>
            <a:srgbClr val="EA4335"/>
          </p15:clr>
        </p15:guide>
        <p15:guide id="3" pos="5310">
          <p15:clr>
            <a:srgbClr val="EA4335"/>
          </p15:clr>
        </p15:guide>
        <p15:guide id="4" orient="horz" pos="2903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7" Type="http://schemas.openxmlformats.org/officeDocument/2006/relationships/image" Target="../media/image29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jpeg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6"/>
          <p:cNvSpPr txBox="1">
            <a:spLocks noGrp="1"/>
          </p:cNvSpPr>
          <p:nvPr>
            <p:ph type="ctrTitle"/>
          </p:nvPr>
        </p:nvSpPr>
        <p:spPr>
          <a:xfrm>
            <a:off x="573150" y="1976128"/>
            <a:ext cx="7845150" cy="10294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2800" dirty="0" smtClean="0">
                <a:latin typeface="Joystix Monospace" pitchFamily="49" charset="0"/>
              </a:rPr>
              <a:t>"</a:t>
            </a:r>
            <a:r>
              <a:rPr lang="ru-RU" sz="2800" dirty="0">
                <a:latin typeface="Joystix Monospace" pitchFamily="49" charset="0"/>
              </a:rPr>
              <a:t>Прикладная </a:t>
            </a:r>
            <a:r>
              <a:rPr lang="ru-RU" sz="2800" dirty="0" smtClean="0">
                <a:latin typeface="Joystix Monospace" pitchFamily="49" charset="0"/>
              </a:rPr>
              <a:t>информатика</a:t>
            </a:r>
            <a:br>
              <a:rPr lang="ru-RU" sz="2800" dirty="0" smtClean="0">
                <a:latin typeface="Joystix Monospace" pitchFamily="49" charset="0"/>
              </a:rPr>
            </a:br>
            <a:r>
              <a:rPr lang="ru-RU" sz="2800" dirty="0" smtClean="0">
                <a:latin typeface="Joystix Monospace" pitchFamily="49" charset="0"/>
              </a:rPr>
              <a:t>в дизайне"</a:t>
            </a:r>
            <a:endParaRPr sz="2800" dirty="0">
              <a:latin typeface="Joystix Monospace" pitchFamily="49" charset="0"/>
            </a:endParaRPr>
          </a:p>
        </p:txBody>
      </p:sp>
      <p:sp>
        <p:nvSpPr>
          <p:cNvPr id="200" name="Google Shape;200;p26"/>
          <p:cNvSpPr txBox="1">
            <a:spLocks noGrp="1"/>
          </p:cNvSpPr>
          <p:nvPr>
            <p:ph type="subTitle" idx="1"/>
          </p:nvPr>
        </p:nvSpPr>
        <p:spPr>
          <a:xfrm>
            <a:off x="1120729" y="3892957"/>
            <a:ext cx="2330542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 smtClean="0">
                <a:latin typeface="Montserrat" panose="00000500000000000000" pitchFamily="2" charset="-52"/>
              </a:rPr>
              <a:t>Ивашина Надежда 14224 </a:t>
            </a:r>
          </a:p>
        </p:txBody>
      </p:sp>
      <p:grpSp>
        <p:nvGrpSpPr>
          <p:cNvPr id="201" name="Google Shape;201;p26"/>
          <p:cNvGrpSpPr/>
          <p:nvPr/>
        </p:nvGrpSpPr>
        <p:grpSpPr>
          <a:xfrm>
            <a:off x="7229775" y="947625"/>
            <a:ext cx="536998" cy="134100"/>
            <a:chOff x="7229775" y="947625"/>
            <a:chExt cx="536998" cy="134100"/>
          </a:xfrm>
        </p:grpSpPr>
        <p:sp>
          <p:nvSpPr>
            <p:cNvPr id="202" name="Google Shape;202;p26"/>
            <p:cNvSpPr/>
            <p:nvPr/>
          </p:nvSpPr>
          <p:spPr>
            <a:xfrm>
              <a:off x="7229775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03" name="Google Shape;203;p26"/>
            <p:cNvSpPr/>
            <p:nvPr/>
          </p:nvSpPr>
          <p:spPr>
            <a:xfrm>
              <a:off x="73640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04" name="Google Shape;204;p26"/>
            <p:cNvSpPr/>
            <p:nvPr/>
          </p:nvSpPr>
          <p:spPr>
            <a:xfrm>
              <a:off x="74983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05" name="Google Shape;205;p26"/>
            <p:cNvSpPr/>
            <p:nvPr/>
          </p:nvSpPr>
          <p:spPr>
            <a:xfrm>
              <a:off x="7632673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sp>
        <p:nvSpPr>
          <p:cNvPr id="3" name="Прямоугольник 2"/>
          <p:cNvSpPr/>
          <p:nvPr/>
        </p:nvSpPr>
        <p:spPr>
          <a:xfrm>
            <a:off x="2286000" y="1215341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sz="1800" dirty="0">
                <a:solidFill>
                  <a:schemeClr val="tx1"/>
                </a:solidFill>
                <a:latin typeface="Montserrat" panose="00000500000000000000" pitchFamily="2" charset="-52"/>
              </a:rPr>
              <a:t>Разработка набора </a:t>
            </a:r>
            <a:r>
              <a:rPr lang="ru-RU" sz="1800" dirty="0" err="1">
                <a:solidFill>
                  <a:schemeClr val="tx1"/>
                </a:solidFill>
                <a:latin typeface="Montserrat" panose="00000500000000000000" pitchFamily="2" charset="-52"/>
              </a:rPr>
              <a:t>айдентики</a:t>
            </a:r>
            <a:r>
              <a:rPr lang="ru-RU" sz="1800" dirty="0">
                <a:solidFill>
                  <a:schemeClr val="tx1"/>
                </a:solidFill>
                <a:latin typeface="Montserrat" panose="00000500000000000000" pitchFamily="2" charset="-52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Montserrat" panose="00000500000000000000" pitchFamily="2" charset="-52"/>
              </a:rPr>
              <a:t/>
            </a:r>
            <a:br>
              <a:rPr lang="en-US" sz="1800" dirty="0">
                <a:solidFill>
                  <a:schemeClr val="tx1"/>
                </a:solidFill>
                <a:latin typeface="Montserrat" panose="00000500000000000000" pitchFamily="2" charset="-52"/>
              </a:rPr>
            </a:br>
            <a:r>
              <a:rPr lang="ru-RU" sz="1800" dirty="0">
                <a:solidFill>
                  <a:schemeClr val="tx1"/>
                </a:solidFill>
                <a:latin typeface="Montserrat" panose="00000500000000000000" pitchFamily="2" charset="-52"/>
              </a:rPr>
              <a:t>для направления </a:t>
            </a:r>
            <a:endParaRPr lang="ru-RU" sz="1800" dirty="0">
              <a:solidFill>
                <a:schemeClr val="tx1"/>
              </a:solidFill>
            </a:endParaRPr>
          </a:p>
        </p:txBody>
      </p:sp>
      <p:sp>
        <p:nvSpPr>
          <p:cNvPr id="12" name="Google Shape;200;p26"/>
          <p:cNvSpPr txBox="1">
            <a:spLocks/>
          </p:cNvSpPr>
          <p:nvPr/>
        </p:nvSpPr>
        <p:spPr>
          <a:xfrm>
            <a:off x="5731098" y="3892957"/>
            <a:ext cx="2392087" cy="4095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None/>
              <a:defRPr sz="16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Kanit Light"/>
              <a:buNone/>
              <a:defRPr sz="18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Kanit Light"/>
              <a:buNone/>
              <a:defRPr sz="18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Kanit Light"/>
              <a:buNone/>
              <a:defRPr sz="18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Kanit Light"/>
              <a:buNone/>
              <a:defRPr sz="18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Kanit Light"/>
              <a:buNone/>
              <a:defRPr sz="18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Kanit Light"/>
              <a:buNone/>
              <a:defRPr sz="18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Kanit Light"/>
              <a:buNone/>
              <a:defRPr sz="18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Kanit Light"/>
              <a:buNone/>
              <a:defRPr sz="18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9pPr>
          </a:lstStyle>
          <a:p>
            <a:r>
              <a:rPr lang="ru-RU" sz="1200" dirty="0">
                <a:latin typeface="Montserrat" panose="00000500000000000000" pitchFamily="2" charset="-52"/>
              </a:rPr>
              <a:t>Наумова </a:t>
            </a:r>
            <a:r>
              <a:rPr lang="ru-RU" sz="1200" dirty="0" err="1">
                <a:latin typeface="Montserrat" panose="00000500000000000000" pitchFamily="2" charset="-52"/>
              </a:rPr>
              <a:t>Даминика</a:t>
            </a:r>
            <a:r>
              <a:rPr lang="ru-RU" sz="1200" dirty="0">
                <a:latin typeface="Montserrat" panose="00000500000000000000" pitchFamily="2" charset="-52"/>
              </a:rPr>
              <a:t> 14222</a:t>
            </a:r>
            <a:endParaRPr lang="ru-RU" sz="1200" dirty="0">
              <a:effectLst/>
              <a:latin typeface="Montserrat" panose="00000500000000000000" pitchFamily="2" charset="-5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 txBox="1">
            <a:spLocks noGrp="1"/>
          </p:cNvSpPr>
          <p:nvPr>
            <p:ph type="title"/>
          </p:nvPr>
        </p:nvSpPr>
        <p:spPr>
          <a:xfrm>
            <a:off x="2391900" y="2409526"/>
            <a:ext cx="4360200" cy="11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ЦЕЛЕВАЯ</a:t>
            </a:r>
            <a:endParaRPr dirty="0">
              <a:solidFill>
                <a:srgbClr val="5DF351"/>
              </a:solidFill>
              <a:latin typeface="Joystix Monospace" panose="02010609020102020304" pitchFamily="49" charset="0"/>
            </a:endParaRPr>
          </a:p>
        </p:txBody>
      </p:sp>
      <p:sp>
        <p:nvSpPr>
          <p:cNvPr id="242" name="Google Shape;242;p29"/>
          <p:cNvSpPr txBox="1">
            <a:spLocks noGrp="1"/>
          </p:cNvSpPr>
          <p:nvPr>
            <p:ph type="title" idx="2"/>
          </p:nvPr>
        </p:nvSpPr>
        <p:spPr>
          <a:xfrm>
            <a:off x="3556000" y="1505095"/>
            <a:ext cx="1879600" cy="102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60EF55"/>
                </a:solidFill>
                <a:latin typeface="Joystix Monospace" panose="02010609020102020304" pitchFamily="49" charset="0"/>
              </a:rPr>
              <a:t>#</a:t>
            </a:r>
            <a:r>
              <a:rPr lang="en" dirty="0" smtClean="0">
                <a:solidFill>
                  <a:srgbClr val="60EF55"/>
                </a:solidFill>
                <a:latin typeface="Joystix Monospace" panose="02010609020102020304" pitchFamily="49" charset="0"/>
              </a:rPr>
              <a:t>01</a:t>
            </a:r>
            <a:endParaRPr dirty="0">
              <a:solidFill>
                <a:srgbClr val="60EF55"/>
              </a:solidFill>
              <a:latin typeface="Joystix Monospace" panose="02010609020102020304" pitchFamily="49" charset="0"/>
            </a:endParaRPr>
          </a:p>
        </p:txBody>
      </p:sp>
      <p:grpSp>
        <p:nvGrpSpPr>
          <p:cNvPr id="243" name="Google Shape;243;p29"/>
          <p:cNvGrpSpPr/>
          <p:nvPr/>
        </p:nvGrpSpPr>
        <p:grpSpPr>
          <a:xfrm>
            <a:off x="7894100" y="3762250"/>
            <a:ext cx="226500" cy="378950"/>
            <a:chOff x="7894100" y="3762250"/>
            <a:chExt cx="226500" cy="378950"/>
          </a:xfrm>
        </p:grpSpPr>
        <p:sp>
          <p:nvSpPr>
            <p:cNvPr id="244" name="Google Shape;244;p29"/>
            <p:cNvSpPr/>
            <p:nvPr/>
          </p:nvSpPr>
          <p:spPr>
            <a:xfrm>
              <a:off x="8046500" y="376225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5" name="Google Shape;245;p29"/>
            <p:cNvSpPr/>
            <p:nvPr/>
          </p:nvSpPr>
          <p:spPr>
            <a:xfrm>
              <a:off x="7894100" y="3914675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6" name="Google Shape;246;p29"/>
            <p:cNvSpPr/>
            <p:nvPr/>
          </p:nvSpPr>
          <p:spPr>
            <a:xfrm>
              <a:off x="8046500" y="406710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247" name="Google Shape;247;p29"/>
          <p:cNvGrpSpPr/>
          <p:nvPr/>
        </p:nvGrpSpPr>
        <p:grpSpPr>
          <a:xfrm>
            <a:off x="7229775" y="947625"/>
            <a:ext cx="536998" cy="134100"/>
            <a:chOff x="7229775" y="947625"/>
            <a:chExt cx="536998" cy="134100"/>
          </a:xfrm>
        </p:grpSpPr>
        <p:sp>
          <p:nvSpPr>
            <p:cNvPr id="248" name="Google Shape;248;p29"/>
            <p:cNvSpPr/>
            <p:nvPr/>
          </p:nvSpPr>
          <p:spPr>
            <a:xfrm>
              <a:off x="7229775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9" name="Google Shape;249;p29"/>
            <p:cNvSpPr/>
            <p:nvPr/>
          </p:nvSpPr>
          <p:spPr>
            <a:xfrm>
              <a:off x="73640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0" name="Google Shape;250;p29"/>
            <p:cNvSpPr/>
            <p:nvPr/>
          </p:nvSpPr>
          <p:spPr>
            <a:xfrm>
              <a:off x="74983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1" name="Google Shape;251;p29"/>
            <p:cNvSpPr/>
            <p:nvPr/>
          </p:nvSpPr>
          <p:spPr>
            <a:xfrm>
              <a:off x="7632673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"/>
          <p:cNvSpPr txBox="1">
            <a:spLocks noGrp="1"/>
          </p:cNvSpPr>
          <p:nvPr>
            <p:ph type="title"/>
          </p:nvPr>
        </p:nvSpPr>
        <p:spPr>
          <a:xfrm>
            <a:off x="720000" y="445024"/>
            <a:ext cx="4932874" cy="11170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ЦЕЛЕВАЯ АУДИТОРИЯ</a:t>
            </a:r>
            <a:endParaRPr dirty="0">
              <a:solidFill>
                <a:srgbClr val="5DF351"/>
              </a:solidFill>
              <a:latin typeface="Joystix Monospace" panose="02010609020102020304" pitchFamily="49" charset="0"/>
            </a:endParaRPr>
          </a:p>
        </p:txBody>
      </p:sp>
      <p:sp>
        <p:nvSpPr>
          <p:cNvPr id="257" name="Google Shape;257;p30"/>
          <p:cNvSpPr txBox="1">
            <a:spLocks noGrp="1"/>
          </p:cNvSpPr>
          <p:nvPr>
            <p:ph type="body" idx="1"/>
          </p:nvPr>
        </p:nvSpPr>
        <p:spPr>
          <a:xfrm>
            <a:off x="720000" y="1687274"/>
            <a:ext cx="4753700" cy="29863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>
              <a:buAutoNum type="arabicParenR"/>
            </a:pPr>
            <a:r>
              <a:rPr lang="ru-RU" dirty="0" smtClean="0">
                <a:latin typeface="Montserrat" panose="00000500000000000000" pitchFamily="2" charset="-52"/>
              </a:rPr>
              <a:t>Люди, объединённые стремлением к познанию обеих областей из совершенно разных миров: творчество и технологии.</a:t>
            </a:r>
            <a:endParaRPr lang="en-US" dirty="0" smtClean="0">
              <a:latin typeface="Montserrat" panose="00000500000000000000" pitchFamily="2" charset="-52"/>
            </a:endParaRPr>
          </a:p>
          <a:p>
            <a:pPr marL="228600" lvl="0" indent="-228600">
              <a:buAutoNum type="arabicParenR"/>
            </a:pPr>
            <a:endParaRPr lang="ru-RU" dirty="0" smtClean="0">
              <a:latin typeface="Montserrat" panose="00000500000000000000" pitchFamily="2" charset="-52"/>
            </a:endParaRPr>
          </a:p>
          <a:p>
            <a:pPr marL="228600" lvl="0" indent="-228600">
              <a:buAutoNum type="arabicParenR"/>
            </a:pPr>
            <a:r>
              <a:rPr lang="ru-RU" dirty="0" smtClean="0">
                <a:latin typeface="Montserrat" panose="00000500000000000000" pitchFamily="2" charset="-52"/>
              </a:rPr>
              <a:t>Студенты, абитуриенты с интересом к графическому дизайну и пользовательскому интерфейсу (UI/UX).</a:t>
            </a:r>
            <a:endParaRPr lang="en-US" dirty="0">
              <a:latin typeface="Montserrat" panose="00000500000000000000" pitchFamily="2" charset="-52"/>
            </a:endParaRPr>
          </a:p>
          <a:p>
            <a:pPr marL="228600" lvl="0" indent="-228600">
              <a:buAutoNum type="arabicParenR"/>
            </a:pPr>
            <a:endParaRPr lang="ru-RU" dirty="0" smtClean="0">
              <a:latin typeface="Montserrat" panose="00000500000000000000" pitchFamily="2" charset="-52"/>
            </a:endParaRPr>
          </a:p>
          <a:p>
            <a:pPr marL="228600" lvl="0" indent="-228600">
              <a:buAutoNum type="arabicParenR"/>
            </a:pPr>
            <a:r>
              <a:rPr lang="ru-RU" dirty="0">
                <a:latin typeface="Montserrat" panose="00000500000000000000" pitchFamily="2" charset="-52"/>
              </a:rPr>
              <a:t>Лица с интересом к взаимодействию пользователя </a:t>
            </a:r>
            <a:r>
              <a:rPr lang="ru-RU" dirty="0" smtClean="0">
                <a:latin typeface="Montserrat" panose="00000500000000000000" pitchFamily="2" charset="-52"/>
              </a:rPr>
              <a:t/>
            </a:r>
            <a:br>
              <a:rPr lang="ru-RU" dirty="0" smtClean="0">
                <a:latin typeface="Montserrat" panose="00000500000000000000" pitchFamily="2" charset="-52"/>
              </a:rPr>
            </a:br>
            <a:r>
              <a:rPr lang="ru-RU" dirty="0" smtClean="0">
                <a:latin typeface="Montserrat" panose="00000500000000000000" pitchFamily="2" charset="-52"/>
              </a:rPr>
              <a:t>с продуктом</a:t>
            </a:r>
            <a:r>
              <a:rPr lang="en-US" dirty="0" smtClean="0">
                <a:latin typeface="Montserrat" panose="00000500000000000000" pitchFamily="2" charset="-52"/>
              </a:rPr>
              <a:t>.</a:t>
            </a:r>
            <a:r>
              <a:rPr lang="ru-RU" dirty="0" smtClean="0">
                <a:latin typeface="Montserrat" panose="00000500000000000000" pitchFamily="2" charset="-52"/>
              </a:rPr>
              <a:t> </a:t>
            </a:r>
            <a:endParaRPr lang="en-US" dirty="0" smtClean="0">
              <a:latin typeface="Montserrat" panose="00000500000000000000" pitchFamily="2" charset="-52"/>
            </a:endParaRPr>
          </a:p>
          <a:p>
            <a:pPr marL="228600" lvl="0" indent="-228600">
              <a:buAutoNum type="arabicParenR"/>
            </a:pPr>
            <a:endParaRPr lang="en-US" dirty="0">
              <a:latin typeface="Montserrat" panose="00000500000000000000" pitchFamily="2" charset="-52"/>
            </a:endParaRPr>
          </a:p>
          <a:p>
            <a:pPr marL="228600" indent="-228600">
              <a:buFont typeface="Open Sans Light"/>
              <a:buAutoNum type="arabicParenR"/>
            </a:pPr>
            <a:r>
              <a:rPr lang="ru-RU" dirty="0">
                <a:latin typeface="Montserrat" panose="00000500000000000000" pitchFamily="2" charset="-52"/>
              </a:rPr>
              <a:t>Люди, заинтересованные в создании игр, </a:t>
            </a:r>
            <a:r>
              <a:rPr lang="ru-RU" dirty="0" smtClean="0">
                <a:latin typeface="Montserrat" panose="00000500000000000000" pitchFamily="2" charset="-52"/>
              </a:rPr>
              <a:t>анимации, </a:t>
            </a:r>
            <a:r>
              <a:rPr lang="ru-RU" dirty="0">
                <a:latin typeface="Montserrat" panose="00000500000000000000" pitchFamily="2" charset="-52"/>
              </a:rPr>
              <a:t>3д моделировании, рисовании, </a:t>
            </a:r>
            <a:r>
              <a:rPr lang="ru-RU" dirty="0" smtClean="0">
                <a:latin typeface="Montserrat" panose="00000500000000000000" pitchFamily="2" charset="-52"/>
              </a:rPr>
              <a:t>программировании</a:t>
            </a:r>
            <a:r>
              <a:rPr lang="en-US" dirty="0" smtClean="0">
                <a:latin typeface="Montserrat" panose="00000500000000000000" pitchFamily="2" charset="-52"/>
              </a:rPr>
              <a:t>, </a:t>
            </a:r>
            <a:r>
              <a:rPr lang="ru-RU" dirty="0">
                <a:latin typeface="Montserrat" panose="00000500000000000000" pitchFamily="2" charset="-52"/>
              </a:rPr>
              <a:t>веб-дизайне и визуализации данных.</a:t>
            </a:r>
            <a:endParaRPr lang="en-US" dirty="0">
              <a:latin typeface="Montserrat" panose="00000500000000000000" pitchFamily="2" charset="-52"/>
            </a:endParaRPr>
          </a:p>
          <a:p>
            <a:pPr marL="228600" lvl="0" indent="-228600">
              <a:buAutoNum type="arabicParenR"/>
            </a:pPr>
            <a:endParaRPr dirty="0">
              <a:latin typeface="Montserrat" panose="00000500000000000000" pitchFamily="2" charset="-52"/>
            </a:endParaRPr>
          </a:p>
        </p:txBody>
      </p:sp>
      <p:pic>
        <p:nvPicPr>
          <p:cNvPr id="258" name="Google Shape;258;p30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7242" r="27238"/>
          <a:stretch/>
        </p:blipFill>
        <p:spPr>
          <a:xfrm>
            <a:off x="5831400" y="756200"/>
            <a:ext cx="2526600" cy="3699600"/>
          </a:xfrm>
          <a:prstGeom prst="snip1Rect">
            <a:avLst>
              <a:gd name="adj" fmla="val 16667"/>
            </a:avLst>
          </a:prstGeom>
        </p:spPr>
      </p:pic>
      <p:sp>
        <p:nvSpPr>
          <p:cNvPr id="259" name="Google Shape;259;p30"/>
          <p:cNvSpPr/>
          <p:nvPr/>
        </p:nvSpPr>
        <p:spPr>
          <a:xfrm rot="5400000">
            <a:off x="5518774" y="3918801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0" name="Google Shape;260;p30"/>
          <p:cNvSpPr/>
          <p:nvPr/>
        </p:nvSpPr>
        <p:spPr>
          <a:xfrm rot="5400000">
            <a:off x="5518774" y="40531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1" name="Google Shape;261;p30"/>
          <p:cNvSpPr/>
          <p:nvPr/>
        </p:nvSpPr>
        <p:spPr>
          <a:xfrm rot="5400000">
            <a:off x="5518774" y="41874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2" name="Google Shape;262;p30"/>
          <p:cNvSpPr/>
          <p:nvPr/>
        </p:nvSpPr>
        <p:spPr>
          <a:xfrm rot="5400000">
            <a:off x="5518774" y="4321699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</p:spTree>
    <p:extLst>
      <p:ext uri="{BB962C8B-B14F-4D97-AF65-F5344CB8AC3E}">
        <p14:creationId xmlns:p14="http://schemas.microsoft.com/office/powerpoint/2010/main" val="3137243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 txBox="1">
            <a:spLocks noGrp="1"/>
          </p:cNvSpPr>
          <p:nvPr>
            <p:ph type="title"/>
          </p:nvPr>
        </p:nvSpPr>
        <p:spPr>
          <a:xfrm>
            <a:off x="1455623" y="2409526"/>
            <a:ext cx="6244100" cy="11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АССОЦИАЦИИ</a:t>
            </a:r>
            <a:endParaRPr dirty="0">
              <a:solidFill>
                <a:srgbClr val="5DF351"/>
              </a:solidFill>
              <a:latin typeface="Joystix Monospace" panose="02010609020102020304" pitchFamily="49" charset="0"/>
            </a:endParaRPr>
          </a:p>
        </p:txBody>
      </p:sp>
      <p:sp>
        <p:nvSpPr>
          <p:cNvPr id="242" name="Google Shape;242;p29"/>
          <p:cNvSpPr txBox="1">
            <a:spLocks noGrp="1"/>
          </p:cNvSpPr>
          <p:nvPr>
            <p:ph type="title" idx="2"/>
          </p:nvPr>
        </p:nvSpPr>
        <p:spPr>
          <a:xfrm>
            <a:off x="3556000" y="1505095"/>
            <a:ext cx="1879600" cy="102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5DF351"/>
                </a:solidFill>
                <a:latin typeface="Joystix Monospace" panose="02010609020102020304" pitchFamily="49" charset="0"/>
              </a:rPr>
              <a:t>#</a:t>
            </a:r>
            <a:r>
              <a:rPr lang="en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02</a:t>
            </a:r>
            <a:endParaRPr dirty="0">
              <a:solidFill>
                <a:srgbClr val="5DF351"/>
              </a:solidFill>
              <a:latin typeface="Joystix Monospace" panose="02010609020102020304" pitchFamily="49" charset="0"/>
            </a:endParaRPr>
          </a:p>
        </p:txBody>
      </p:sp>
      <p:grpSp>
        <p:nvGrpSpPr>
          <p:cNvPr id="243" name="Google Shape;243;p29"/>
          <p:cNvGrpSpPr/>
          <p:nvPr/>
        </p:nvGrpSpPr>
        <p:grpSpPr>
          <a:xfrm>
            <a:off x="7894100" y="3762250"/>
            <a:ext cx="226500" cy="378950"/>
            <a:chOff x="7894100" y="3762250"/>
            <a:chExt cx="226500" cy="378950"/>
          </a:xfrm>
        </p:grpSpPr>
        <p:sp>
          <p:nvSpPr>
            <p:cNvPr id="244" name="Google Shape;244;p29"/>
            <p:cNvSpPr/>
            <p:nvPr/>
          </p:nvSpPr>
          <p:spPr>
            <a:xfrm>
              <a:off x="8046500" y="376225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5" name="Google Shape;245;p29"/>
            <p:cNvSpPr/>
            <p:nvPr/>
          </p:nvSpPr>
          <p:spPr>
            <a:xfrm>
              <a:off x="7894100" y="3914675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6" name="Google Shape;246;p29"/>
            <p:cNvSpPr/>
            <p:nvPr/>
          </p:nvSpPr>
          <p:spPr>
            <a:xfrm>
              <a:off x="8046500" y="406710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247" name="Google Shape;247;p29"/>
          <p:cNvGrpSpPr/>
          <p:nvPr/>
        </p:nvGrpSpPr>
        <p:grpSpPr>
          <a:xfrm>
            <a:off x="7229775" y="947625"/>
            <a:ext cx="536998" cy="134100"/>
            <a:chOff x="7229775" y="947625"/>
            <a:chExt cx="536998" cy="134100"/>
          </a:xfrm>
        </p:grpSpPr>
        <p:sp>
          <p:nvSpPr>
            <p:cNvPr id="248" name="Google Shape;248;p29"/>
            <p:cNvSpPr/>
            <p:nvPr/>
          </p:nvSpPr>
          <p:spPr>
            <a:xfrm>
              <a:off x="7229775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9" name="Google Shape;249;p29"/>
            <p:cNvSpPr/>
            <p:nvPr/>
          </p:nvSpPr>
          <p:spPr>
            <a:xfrm>
              <a:off x="73640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0" name="Google Shape;250;p29"/>
            <p:cNvSpPr/>
            <p:nvPr/>
          </p:nvSpPr>
          <p:spPr>
            <a:xfrm>
              <a:off x="74983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1" name="Google Shape;251;p29"/>
            <p:cNvSpPr/>
            <p:nvPr/>
          </p:nvSpPr>
          <p:spPr>
            <a:xfrm>
              <a:off x="7632673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13221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"/>
          <p:cNvSpPr txBox="1">
            <a:spLocks noGrp="1"/>
          </p:cNvSpPr>
          <p:nvPr>
            <p:ph type="title"/>
          </p:nvPr>
        </p:nvSpPr>
        <p:spPr>
          <a:xfrm>
            <a:off x="720000" y="419625"/>
            <a:ext cx="4932874" cy="805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АССОЦИАЦИИ</a:t>
            </a:r>
            <a:endParaRPr dirty="0">
              <a:latin typeface="Joystix Monospace" panose="02010609020102020304" pitchFamily="49" charset="0"/>
            </a:endParaRPr>
          </a:p>
        </p:txBody>
      </p:sp>
      <p:sp>
        <p:nvSpPr>
          <p:cNvPr id="257" name="Google Shape;257;p30"/>
          <p:cNvSpPr txBox="1">
            <a:spLocks noGrp="1"/>
          </p:cNvSpPr>
          <p:nvPr>
            <p:ph type="body" idx="1"/>
          </p:nvPr>
        </p:nvSpPr>
        <p:spPr>
          <a:xfrm>
            <a:off x="785848" y="1222701"/>
            <a:ext cx="2232750" cy="31559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50000"/>
              </a:lnSpc>
              <a:buNone/>
            </a:pPr>
            <a:r>
              <a:rPr lang="ru-RU" dirty="0" smtClean="0">
                <a:latin typeface="Montserrat" panose="00000500000000000000" pitchFamily="2" charset="-52"/>
              </a:rPr>
              <a:t>ТВОРЧЕСТВО</a:t>
            </a:r>
            <a:br>
              <a:rPr lang="ru-RU" dirty="0" smtClean="0">
                <a:latin typeface="Montserrat" panose="00000500000000000000" pitchFamily="2" charset="-52"/>
              </a:rPr>
            </a:br>
            <a:r>
              <a:rPr lang="ru-RU" dirty="0" smtClean="0">
                <a:latin typeface="Montserrat" panose="00000500000000000000" pitchFamily="2" charset="-52"/>
              </a:rPr>
              <a:t>КРЕАТИВ</a:t>
            </a:r>
            <a:br>
              <a:rPr lang="ru-RU" dirty="0" smtClean="0">
                <a:latin typeface="Montserrat" panose="00000500000000000000" pitchFamily="2" charset="-52"/>
              </a:rPr>
            </a:br>
            <a:r>
              <a:rPr lang="ru-RU" dirty="0" smtClean="0">
                <a:latin typeface="Montserrat" panose="00000500000000000000" pitchFamily="2" charset="-52"/>
              </a:rPr>
              <a:t>ПОТЕРЯННОСТЬ </a:t>
            </a:r>
            <a:br>
              <a:rPr lang="ru-RU" dirty="0" smtClean="0">
                <a:latin typeface="Montserrat" panose="00000500000000000000" pitchFamily="2" charset="-52"/>
              </a:rPr>
            </a:br>
            <a:r>
              <a:rPr lang="ru-RU" dirty="0" smtClean="0">
                <a:latin typeface="Montserrat" panose="00000500000000000000" pitchFamily="2" charset="-52"/>
              </a:rPr>
              <a:t>ХАОТИЧНОСТЬ</a:t>
            </a:r>
            <a:br>
              <a:rPr lang="ru-RU" dirty="0" smtClean="0">
                <a:latin typeface="Montserrat" panose="00000500000000000000" pitchFamily="2" charset="-52"/>
              </a:rPr>
            </a:br>
            <a:r>
              <a:rPr lang="ru-RU" dirty="0" smtClean="0">
                <a:latin typeface="Montserrat" panose="00000500000000000000" pitchFamily="2" charset="-52"/>
              </a:rPr>
              <a:t>ВАРИАТИВНОСТЬ</a:t>
            </a:r>
            <a:endParaRPr lang="en-US" dirty="0" smtClean="0">
              <a:latin typeface="Montserrat" panose="00000500000000000000" pitchFamily="2" charset="-52"/>
            </a:endParaRPr>
          </a:p>
          <a:p>
            <a:pPr marL="0" lvl="0" indent="0">
              <a:lnSpc>
                <a:spcPct val="150000"/>
              </a:lnSpc>
              <a:buNone/>
            </a:pPr>
            <a:endParaRPr lang="en-US" dirty="0">
              <a:latin typeface="Montserrat" panose="00000500000000000000" pitchFamily="2" charset="-52"/>
            </a:endParaRPr>
          </a:p>
          <a:p>
            <a:pPr marL="0" lvl="0" indent="0">
              <a:lnSpc>
                <a:spcPct val="150000"/>
              </a:lnSpc>
              <a:buNone/>
            </a:pPr>
            <a:r>
              <a:rPr lang="ru-RU" dirty="0">
                <a:latin typeface="Montserrat" panose="00000500000000000000" pitchFamily="2" charset="-52"/>
              </a:rPr>
              <a:t>НЕСУРАЗНОСТЬ</a:t>
            </a:r>
            <a:br>
              <a:rPr lang="ru-RU" dirty="0">
                <a:latin typeface="Montserrat" panose="00000500000000000000" pitchFamily="2" charset="-52"/>
              </a:rPr>
            </a:br>
            <a:r>
              <a:rPr lang="ru-RU" dirty="0">
                <a:latin typeface="Montserrat" panose="00000500000000000000" pitchFamily="2" charset="-52"/>
              </a:rPr>
              <a:t>ОТЛИЧИМОСТЬ</a:t>
            </a:r>
            <a:br>
              <a:rPr lang="ru-RU" dirty="0">
                <a:latin typeface="Montserrat" panose="00000500000000000000" pitchFamily="2" charset="-52"/>
              </a:rPr>
            </a:br>
            <a:r>
              <a:rPr lang="ru-RU" dirty="0">
                <a:latin typeface="Montserrat" panose="00000500000000000000" pitchFamily="2" charset="-52"/>
              </a:rPr>
              <a:t>НЕ ОТ МИРА </a:t>
            </a:r>
            <a:r>
              <a:rPr lang="ru-RU" dirty="0" smtClean="0">
                <a:latin typeface="Montserrat" panose="00000500000000000000" pitchFamily="2" charset="-52"/>
              </a:rPr>
              <a:t>СЕГО</a:t>
            </a:r>
            <a:endParaRPr lang="en-US" dirty="0" smtClean="0">
              <a:latin typeface="Montserrat" panose="00000500000000000000" pitchFamily="2" charset="-52"/>
            </a:endParaRPr>
          </a:p>
          <a:p>
            <a:pPr marL="0" lvl="0" indent="0">
              <a:lnSpc>
                <a:spcPct val="150000"/>
              </a:lnSpc>
              <a:buNone/>
            </a:pPr>
            <a:r>
              <a:rPr lang="ru-RU" dirty="0">
                <a:latin typeface="Montserrat" panose="00000500000000000000" pitchFamily="2" charset="-52"/>
              </a:rPr>
              <a:t>ПРОГРАММИРОВАНИЕ</a:t>
            </a:r>
            <a:br>
              <a:rPr lang="ru-RU" dirty="0">
                <a:latin typeface="Montserrat" panose="00000500000000000000" pitchFamily="2" charset="-52"/>
              </a:rPr>
            </a:br>
            <a:endParaRPr lang="ru-RU" dirty="0">
              <a:latin typeface="Montserrat" panose="00000500000000000000" pitchFamily="2" charset="-52"/>
            </a:endParaRPr>
          </a:p>
        </p:txBody>
      </p:sp>
      <p:pic>
        <p:nvPicPr>
          <p:cNvPr id="258" name="Google Shape;258;p30"/>
          <p:cNvPicPr preferRelativeResize="0">
            <a:picLocks noGrp="1"/>
          </p:cNvPicPr>
          <p:nvPr>
            <p:ph type="pic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0288" y="554089"/>
            <a:ext cx="2406812" cy="4036174"/>
          </a:xfrm>
          <a:prstGeom prst="snip1Rect">
            <a:avLst>
              <a:gd name="adj" fmla="val 16667"/>
            </a:avLst>
          </a:prstGeom>
        </p:spPr>
      </p:pic>
      <p:sp>
        <p:nvSpPr>
          <p:cNvPr id="259" name="Google Shape;259;p30"/>
          <p:cNvSpPr/>
          <p:nvPr/>
        </p:nvSpPr>
        <p:spPr>
          <a:xfrm rot="5400000">
            <a:off x="5518774" y="3918801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0" name="Google Shape;260;p30"/>
          <p:cNvSpPr/>
          <p:nvPr/>
        </p:nvSpPr>
        <p:spPr>
          <a:xfrm rot="5400000">
            <a:off x="5518774" y="40531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1" name="Google Shape;261;p30"/>
          <p:cNvSpPr/>
          <p:nvPr/>
        </p:nvSpPr>
        <p:spPr>
          <a:xfrm rot="5400000">
            <a:off x="5518774" y="41874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2" name="Google Shape;262;p30"/>
          <p:cNvSpPr/>
          <p:nvPr/>
        </p:nvSpPr>
        <p:spPr>
          <a:xfrm rot="5400000">
            <a:off x="5518774" y="4321699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9" name="Google Shape;257;p30"/>
          <p:cNvSpPr txBox="1">
            <a:spLocks/>
          </p:cNvSpPr>
          <p:nvPr/>
        </p:nvSpPr>
        <p:spPr>
          <a:xfrm>
            <a:off x="3600724" y="1345713"/>
            <a:ext cx="2232750" cy="2452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 Light"/>
              <a:buChar char="●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○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■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●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○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■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●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○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■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ru-RU" dirty="0" smtClean="0">
                <a:latin typeface="Montserrat" panose="00000500000000000000" pitchFamily="2" charset="-52"/>
              </a:rPr>
              <a:t>НЕОРДИНАРНОСТЬ</a:t>
            </a:r>
            <a:br>
              <a:rPr lang="ru-RU" dirty="0" smtClean="0">
                <a:latin typeface="Montserrat" panose="00000500000000000000" pitchFamily="2" charset="-52"/>
              </a:rPr>
            </a:br>
            <a:r>
              <a:rPr lang="ru-RU" dirty="0" smtClean="0">
                <a:latin typeface="Montserrat" panose="00000500000000000000" pitchFamily="2" charset="-52"/>
              </a:rPr>
              <a:t>ПАЛИТРА</a:t>
            </a:r>
            <a:br>
              <a:rPr lang="ru-RU" dirty="0" smtClean="0">
                <a:latin typeface="Montserrat" panose="00000500000000000000" pitchFamily="2" charset="-52"/>
              </a:rPr>
            </a:br>
            <a:r>
              <a:rPr lang="ru-RU" dirty="0" smtClean="0">
                <a:latin typeface="Montserrat" panose="00000500000000000000" pitchFamily="2" charset="-52"/>
              </a:rPr>
              <a:t>ТЕХНОЛОГИИ</a:t>
            </a:r>
            <a:br>
              <a:rPr lang="ru-RU" dirty="0" smtClean="0">
                <a:latin typeface="Montserrat" panose="00000500000000000000" pitchFamily="2" charset="-52"/>
              </a:rPr>
            </a:br>
            <a:r>
              <a:rPr lang="ru-RU" dirty="0" smtClean="0">
                <a:latin typeface="Montserrat" panose="00000500000000000000" pitchFamily="2" charset="-52"/>
              </a:rPr>
              <a:t>НЕДОСЫП</a:t>
            </a:r>
            <a:endParaRPr lang="en-US" dirty="0" smtClean="0">
              <a:latin typeface="Montserrat" panose="00000500000000000000" pitchFamily="2" charset="-52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latin typeface="Montserrat" panose="00000500000000000000" pitchFamily="2" charset="-5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ru-RU" dirty="0" smtClean="0">
                <a:latin typeface="Montserrat" panose="00000500000000000000" pitchFamily="2" charset="-52"/>
              </a:rPr>
              <a:t/>
            </a:r>
            <a:br>
              <a:rPr lang="ru-RU" dirty="0" smtClean="0">
                <a:latin typeface="Montserrat" panose="00000500000000000000" pitchFamily="2" charset="-52"/>
              </a:rPr>
            </a:br>
            <a:r>
              <a:rPr lang="ru-RU" dirty="0" smtClean="0">
                <a:latin typeface="Montserrat" panose="00000500000000000000" pitchFamily="2" charset="-52"/>
              </a:rPr>
              <a:t>ЦИФРОВОЕ ПРОСТРАНСТВО</a:t>
            </a:r>
            <a:br>
              <a:rPr lang="ru-RU" dirty="0" smtClean="0">
                <a:latin typeface="Montserrat" panose="00000500000000000000" pitchFamily="2" charset="-52"/>
              </a:rPr>
            </a:br>
            <a:r>
              <a:rPr lang="ru-RU" dirty="0" smtClean="0">
                <a:latin typeface="Montserrat" panose="00000500000000000000" pitchFamily="2" charset="-52"/>
              </a:rPr>
              <a:t>ГАЛЛОГРАММА</a:t>
            </a:r>
            <a:br>
              <a:rPr lang="ru-RU" dirty="0" smtClean="0">
                <a:latin typeface="Montserrat" panose="00000500000000000000" pitchFamily="2" charset="-52"/>
              </a:rPr>
            </a:br>
            <a:r>
              <a:rPr lang="ru-RU" dirty="0" smtClean="0">
                <a:latin typeface="Montserrat" panose="00000500000000000000" pitchFamily="2" charset="-52"/>
              </a:rPr>
              <a:t>НОЕОН</a:t>
            </a:r>
            <a:endParaRPr lang="ru-RU" dirty="0">
              <a:latin typeface="Montserrat" panose="00000500000000000000" pitchFamily="2" charset="-5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 txBox="1">
            <a:spLocks noGrp="1"/>
          </p:cNvSpPr>
          <p:nvPr>
            <p:ph type="title"/>
          </p:nvPr>
        </p:nvSpPr>
        <p:spPr>
          <a:xfrm>
            <a:off x="1522673" y="2409526"/>
            <a:ext cx="6244100" cy="11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4000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АНАЛИЗ Конкурентов</a:t>
            </a:r>
            <a:endParaRPr sz="4000" dirty="0">
              <a:solidFill>
                <a:srgbClr val="5DF351"/>
              </a:solidFill>
              <a:latin typeface="Joystix Monospace" panose="02010609020102020304" pitchFamily="49" charset="0"/>
            </a:endParaRPr>
          </a:p>
        </p:txBody>
      </p:sp>
      <p:sp>
        <p:nvSpPr>
          <p:cNvPr id="242" name="Google Shape;242;p29"/>
          <p:cNvSpPr txBox="1">
            <a:spLocks noGrp="1"/>
          </p:cNvSpPr>
          <p:nvPr>
            <p:ph type="title" idx="2"/>
          </p:nvPr>
        </p:nvSpPr>
        <p:spPr>
          <a:xfrm>
            <a:off x="3556000" y="1505095"/>
            <a:ext cx="1879600" cy="102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5DF351"/>
                </a:solidFill>
                <a:latin typeface="Joystix Monospace" panose="02010609020102020304" pitchFamily="49" charset="0"/>
              </a:rPr>
              <a:t>#</a:t>
            </a:r>
            <a:r>
              <a:rPr lang="en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03</a:t>
            </a:r>
            <a:endParaRPr dirty="0">
              <a:solidFill>
                <a:srgbClr val="5DF351"/>
              </a:solidFill>
              <a:latin typeface="Joystix Monospace" panose="02010609020102020304" pitchFamily="49" charset="0"/>
            </a:endParaRPr>
          </a:p>
        </p:txBody>
      </p:sp>
      <p:grpSp>
        <p:nvGrpSpPr>
          <p:cNvPr id="243" name="Google Shape;243;p29"/>
          <p:cNvGrpSpPr/>
          <p:nvPr/>
        </p:nvGrpSpPr>
        <p:grpSpPr>
          <a:xfrm>
            <a:off x="7894100" y="3762250"/>
            <a:ext cx="226500" cy="378950"/>
            <a:chOff x="7894100" y="3762250"/>
            <a:chExt cx="226500" cy="378950"/>
          </a:xfrm>
        </p:grpSpPr>
        <p:sp>
          <p:nvSpPr>
            <p:cNvPr id="244" name="Google Shape;244;p29"/>
            <p:cNvSpPr/>
            <p:nvPr/>
          </p:nvSpPr>
          <p:spPr>
            <a:xfrm>
              <a:off x="8046500" y="376225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5" name="Google Shape;245;p29"/>
            <p:cNvSpPr/>
            <p:nvPr/>
          </p:nvSpPr>
          <p:spPr>
            <a:xfrm>
              <a:off x="7894100" y="3914675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6" name="Google Shape;246;p29"/>
            <p:cNvSpPr/>
            <p:nvPr/>
          </p:nvSpPr>
          <p:spPr>
            <a:xfrm>
              <a:off x="8046500" y="406710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247" name="Google Shape;247;p29"/>
          <p:cNvGrpSpPr/>
          <p:nvPr/>
        </p:nvGrpSpPr>
        <p:grpSpPr>
          <a:xfrm>
            <a:off x="7229775" y="947625"/>
            <a:ext cx="536998" cy="134100"/>
            <a:chOff x="7229775" y="947625"/>
            <a:chExt cx="536998" cy="134100"/>
          </a:xfrm>
        </p:grpSpPr>
        <p:sp>
          <p:nvSpPr>
            <p:cNvPr id="248" name="Google Shape;248;p29"/>
            <p:cNvSpPr/>
            <p:nvPr/>
          </p:nvSpPr>
          <p:spPr>
            <a:xfrm>
              <a:off x="7229775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9" name="Google Shape;249;p29"/>
            <p:cNvSpPr/>
            <p:nvPr/>
          </p:nvSpPr>
          <p:spPr>
            <a:xfrm>
              <a:off x="73640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0" name="Google Shape;250;p29"/>
            <p:cNvSpPr/>
            <p:nvPr/>
          </p:nvSpPr>
          <p:spPr>
            <a:xfrm>
              <a:off x="74983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1" name="Google Shape;251;p29"/>
            <p:cNvSpPr/>
            <p:nvPr/>
          </p:nvSpPr>
          <p:spPr>
            <a:xfrm>
              <a:off x="7632673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67183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"/>
          <p:cNvSpPr txBox="1">
            <a:spLocks noGrp="1"/>
          </p:cNvSpPr>
          <p:nvPr>
            <p:ph type="title"/>
          </p:nvPr>
        </p:nvSpPr>
        <p:spPr>
          <a:xfrm>
            <a:off x="720000" y="445024"/>
            <a:ext cx="8011250" cy="11170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АНАЛИЗ Конкурентов</a:t>
            </a:r>
            <a:endParaRPr dirty="0">
              <a:solidFill>
                <a:srgbClr val="5DF351"/>
              </a:solidFill>
              <a:latin typeface="Joystix Monospace" panose="02010609020102020304" pitchFamily="49" charset="0"/>
            </a:endParaRPr>
          </a:p>
        </p:txBody>
      </p:sp>
      <p:sp>
        <p:nvSpPr>
          <p:cNvPr id="257" name="Google Shape;257;p30"/>
          <p:cNvSpPr txBox="1">
            <a:spLocks noGrp="1"/>
          </p:cNvSpPr>
          <p:nvPr>
            <p:ph type="body" idx="1"/>
          </p:nvPr>
        </p:nvSpPr>
        <p:spPr>
          <a:xfrm>
            <a:off x="1792424" y="1267538"/>
            <a:ext cx="4094026" cy="103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ru-RU" dirty="0" smtClean="0">
                <a:latin typeface="Joystix Monospace" panose="02010609020102020304" pitchFamily="49" charset="0"/>
              </a:rPr>
              <a:t>ИМИТ ИГУ:</a:t>
            </a:r>
          </a:p>
          <a:p>
            <a:pPr marL="0" indent="0">
              <a:buNone/>
            </a:pPr>
            <a:r>
              <a:rPr lang="ru-RU" dirty="0" smtClean="0">
                <a:latin typeface="Montserrat" panose="00000500000000000000" pitchFamily="2" charset="-52"/>
              </a:rPr>
              <a:t>Акцент на официальном подходе к математическим наукам, в логотипе видны строгость и академический стиль.</a:t>
            </a:r>
            <a:r>
              <a:rPr lang="ru-RU" dirty="0">
                <a:latin typeface="Montserrat" panose="00000500000000000000" pitchFamily="2" charset="-52"/>
              </a:rPr>
              <a:t> Цвета соответствуют ассоциациям.</a:t>
            </a:r>
          </a:p>
          <a:p>
            <a:pPr marL="0" lvl="0" indent="0">
              <a:buNone/>
            </a:pPr>
            <a:endParaRPr lang="en-US" dirty="0">
              <a:latin typeface="Montserrat" panose="00000500000000000000" pitchFamily="2" charset="-52"/>
            </a:endParaRPr>
          </a:p>
          <a:p>
            <a:pPr marL="228600" lvl="0" indent="-228600">
              <a:buAutoNum type="arabicParenR"/>
            </a:pPr>
            <a:endParaRPr dirty="0">
              <a:latin typeface="Montserrat" panose="00000500000000000000" pitchFamily="2" charset="-52"/>
            </a:endParaRPr>
          </a:p>
        </p:txBody>
      </p:sp>
      <p:sp>
        <p:nvSpPr>
          <p:cNvPr id="259" name="Google Shape;259;p30"/>
          <p:cNvSpPr/>
          <p:nvPr/>
        </p:nvSpPr>
        <p:spPr>
          <a:xfrm rot="5400000">
            <a:off x="5518774" y="3918801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0" name="Google Shape;260;p30"/>
          <p:cNvSpPr/>
          <p:nvPr/>
        </p:nvSpPr>
        <p:spPr>
          <a:xfrm rot="5400000">
            <a:off x="5518774" y="40531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1" name="Google Shape;261;p30"/>
          <p:cNvSpPr/>
          <p:nvPr/>
        </p:nvSpPr>
        <p:spPr>
          <a:xfrm rot="5400000">
            <a:off x="5518774" y="41874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2" name="Google Shape;262;p30"/>
          <p:cNvSpPr/>
          <p:nvPr/>
        </p:nvSpPr>
        <p:spPr>
          <a:xfrm rot="5400000">
            <a:off x="5518774" y="4321699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" name="AutoShape 2" descr="IMIT Schedule: Расписание ИМИТ — скачать для Android 4,1☆ бесплатно 📱 в  RuSto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801" y="1333726"/>
            <a:ext cx="834297" cy="758451"/>
          </a:xfrm>
          <a:prstGeom prst="rect">
            <a:avLst/>
          </a:prstGeom>
        </p:spPr>
      </p:pic>
      <p:sp>
        <p:nvSpPr>
          <p:cNvPr id="13" name="Google Shape;257;p30"/>
          <p:cNvSpPr txBox="1">
            <a:spLocks/>
          </p:cNvSpPr>
          <p:nvPr/>
        </p:nvSpPr>
        <p:spPr>
          <a:xfrm>
            <a:off x="6836951" y="1383111"/>
            <a:ext cx="2070165" cy="103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 Light"/>
              <a:buChar char="●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○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■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●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○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■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●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○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■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9pPr>
          </a:lstStyle>
          <a:p>
            <a:pPr marL="0" indent="0">
              <a:buFont typeface="Open Sans Light"/>
              <a:buNone/>
            </a:pPr>
            <a:r>
              <a:rPr lang="ru-RU" dirty="0" smtClean="0">
                <a:latin typeface="Joystix Monospace" panose="02010609020102020304" pitchFamily="49" charset="0"/>
              </a:rPr>
              <a:t>ИРНИТУ:</a:t>
            </a:r>
          </a:p>
          <a:p>
            <a:pPr marL="0" indent="0">
              <a:buFont typeface="Open Sans Light"/>
              <a:buNone/>
            </a:pPr>
            <a:r>
              <a:rPr lang="ru-RU" dirty="0" smtClean="0">
                <a:latin typeface="Montserrat" panose="00000500000000000000" pitchFamily="2" charset="-52"/>
              </a:rPr>
              <a:t>Акцент на творчестве, больше внимания визуальной составляющей, сложные фигуры.</a:t>
            </a:r>
            <a:endParaRPr lang="ru-RU" dirty="0">
              <a:latin typeface="Montserrat" panose="00000500000000000000" pitchFamily="2" charset="-52"/>
            </a:endParaRPr>
          </a:p>
        </p:txBody>
      </p:sp>
      <p:pic>
        <p:nvPicPr>
          <p:cNvPr id="1030" name="Picture 6" descr="Иркутский национальный исследовательский технический университет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784" y="3464169"/>
            <a:ext cx="869963" cy="869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День открытых дверей» ИРНИТУ | Комитет образования Администрации города  Усть-Илимска. 2016-202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7475" y="3552667"/>
            <a:ext cx="1857375" cy="739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Иркутский национальный исследовательский технический университет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753" y="2589440"/>
            <a:ext cx="945390" cy="966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Факультет дизайна и технологии | Амурский государственный университет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7138" y="1343223"/>
            <a:ext cx="1209813" cy="1209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Факультет дизайна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9915" y="3265174"/>
            <a:ext cx="1190625" cy="119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Google Shape;257;p30"/>
          <p:cNvSpPr txBox="1">
            <a:spLocks/>
          </p:cNvSpPr>
          <p:nvPr/>
        </p:nvSpPr>
        <p:spPr>
          <a:xfrm>
            <a:off x="1944824" y="2483402"/>
            <a:ext cx="3674926" cy="103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 Light"/>
              <a:buChar char="●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○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■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●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○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■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●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○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■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9pPr>
          </a:lstStyle>
          <a:p>
            <a:pPr marL="0" indent="0">
              <a:buFont typeface="Open Sans Light"/>
              <a:buNone/>
            </a:pPr>
            <a:r>
              <a:rPr lang="ru-RU" dirty="0" smtClean="0">
                <a:latin typeface="Joystix Monospace" panose="02010609020102020304" pitchFamily="49" charset="0"/>
              </a:rPr>
              <a:t>ИРНИТУ:</a:t>
            </a:r>
          </a:p>
          <a:p>
            <a:pPr marL="0" indent="0">
              <a:buFont typeface="Open Sans Light"/>
              <a:buNone/>
            </a:pPr>
            <a:r>
              <a:rPr lang="ru-RU" dirty="0" smtClean="0">
                <a:latin typeface="Montserrat" panose="00000500000000000000" pitchFamily="2" charset="-52"/>
              </a:rPr>
              <a:t>Техничность, сдержанность, соответствие стандартам, строгость и лаконичность. Цвета соответствуют ассоциациям.</a:t>
            </a:r>
          </a:p>
          <a:p>
            <a:pPr marL="228600" indent="-228600">
              <a:buFont typeface="Open Sans Light"/>
              <a:buAutoNum type="arabicParenR"/>
            </a:pPr>
            <a:endParaRPr lang="ru-RU" dirty="0">
              <a:latin typeface="Montserrat" panose="00000500000000000000" pitchFamily="2" charset="-52"/>
            </a:endParaRPr>
          </a:p>
        </p:txBody>
      </p:sp>
      <p:sp>
        <p:nvSpPr>
          <p:cNvPr id="20" name="Google Shape;257;p30"/>
          <p:cNvSpPr txBox="1">
            <a:spLocks/>
          </p:cNvSpPr>
          <p:nvPr/>
        </p:nvSpPr>
        <p:spPr>
          <a:xfrm>
            <a:off x="6917581" y="3223925"/>
            <a:ext cx="2070165" cy="103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 Light"/>
              <a:buChar char="●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○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■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●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○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■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●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○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■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9pPr>
          </a:lstStyle>
          <a:p>
            <a:pPr marL="0" indent="0">
              <a:buFont typeface="Open Sans Light"/>
              <a:buNone/>
            </a:pPr>
            <a:r>
              <a:rPr lang="ru-RU" dirty="0" smtClean="0">
                <a:latin typeface="Joystix Monospace" panose="02010609020102020304" pitchFamily="49" charset="0"/>
              </a:rPr>
              <a:t>КИ МГЭУ:</a:t>
            </a:r>
          </a:p>
          <a:p>
            <a:pPr marL="0" indent="0">
              <a:buFont typeface="Open Sans Light"/>
              <a:buNone/>
            </a:pPr>
            <a:r>
              <a:rPr lang="ru-RU" dirty="0" smtClean="0">
                <a:latin typeface="Montserrat" panose="00000500000000000000" pitchFamily="2" charset="-52"/>
              </a:rPr>
              <a:t>Красочность, креатив, запоминающийся и понятный рисунок, более гибкие линии.</a:t>
            </a:r>
            <a:endParaRPr lang="ru-RU" dirty="0"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929499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 txBox="1">
            <a:spLocks noGrp="1"/>
          </p:cNvSpPr>
          <p:nvPr>
            <p:ph type="title"/>
          </p:nvPr>
        </p:nvSpPr>
        <p:spPr>
          <a:xfrm>
            <a:off x="1181427" y="2409526"/>
            <a:ext cx="6712673" cy="11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ПАЛИТРА</a:t>
            </a:r>
            <a:endParaRPr sz="4000" dirty="0">
              <a:solidFill>
                <a:srgbClr val="5DF351"/>
              </a:solidFill>
              <a:latin typeface="Joystix Monospace" panose="02010609020102020304" pitchFamily="49" charset="0"/>
            </a:endParaRPr>
          </a:p>
        </p:txBody>
      </p:sp>
      <p:sp>
        <p:nvSpPr>
          <p:cNvPr id="242" name="Google Shape;242;p29"/>
          <p:cNvSpPr txBox="1">
            <a:spLocks noGrp="1"/>
          </p:cNvSpPr>
          <p:nvPr>
            <p:ph type="title" idx="2"/>
          </p:nvPr>
        </p:nvSpPr>
        <p:spPr>
          <a:xfrm>
            <a:off x="3556000" y="1505095"/>
            <a:ext cx="1879600" cy="102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5DF351"/>
                </a:solidFill>
                <a:latin typeface="Joystix Monospace" panose="02010609020102020304" pitchFamily="49" charset="0"/>
              </a:rPr>
              <a:t>#</a:t>
            </a:r>
            <a:r>
              <a:rPr lang="en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0</a:t>
            </a:r>
            <a:r>
              <a:rPr lang="ru-RU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4</a:t>
            </a:r>
            <a:endParaRPr dirty="0">
              <a:solidFill>
                <a:srgbClr val="5DF351"/>
              </a:solidFill>
              <a:latin typeface="Joystix Monospace" panose="02010609020102020304" pitchFamily="49" charset="0"/>
            </a:endParaRPr>
          </a:p>
        </p:txBody>
      </p:sp>
      <p:grpSp>
        <p:nvGrpSpPr>
          <p:cNvPr id="243" name="Google Shape;243;p29"/>
          <p:cNvGrpSpPr/>
          <p:nvPr/>
        </p:nvGrpSpPr>
        <p:grpSpPr>
          <a:xfrm>
            <a:off x="7894100" y="3762250"/>
            <a:ext cx="226500" cy="378950"/>
            <a:chOff x="7894100" y="3762250"/>
            <a:chExt cx="226500" cy="378950"/>
          </a:xfrm>
        </p:grpSpPr>
        <p:sp>
          <p:nvSpPr>
            <p:cNvPr id="244" name="Google Shape;244;p29"/>
            <p:cNvSpPr/>
            <p:nvPr/>
          </p:nvSpPr>
          <p:spPr>
            <a:xfrm>
              <a:off x="8046500" y="376225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5" name="Google Shape;245;p29"/>
            <p:cNvSpPr/>
            <p:nvPr/>
          </p:nvSpPr>
          <p:spPr>
            <a:xfrm>
              <a:off x="7894100" y="3914675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6" name="Google Shape;246;p29"/>
            <p:cNvSpPr/>
            <p:nvPr/>
          </p:nvSpPr>
          <p:spPr>
            <a:xfrm>
              <a:off x="8046500" y="406710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247" name="Google Shape;247;p29"/>
          <p:cNvGrpSpPr/>
          <p:nvPr/>
        </p:nvGrpSpPr>
        <p:grpSpPr>
          <a:xfrm>
            <a:off x="7229775" y="947625"/>
            <a:ext cx="536998" cy="134100"/>
            <a:chOff x="7229775" y="947625"/>
            <a:chExt cx="536998" cy="134100"/>
          </a:xfrm>
        </p:grpSpPr>
        <p:sp>
          <p:nvSpPr>
            <p:cNvPr id="248" name="Google Shape;248;p29"/>
            <p:cNvSpPr/>
            <p:nvPr/>
          </p:nvSpPr>
          <p:spPr>
            <a:xfrm>
              <a:off x="7229775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9" name="Google Shape;249;p29"/>
            <p:cNvSpPr/>
            <p:nvPr/>
          </p:nvSpPr>
          <p:spPr>
            <a:xfrm>
              <a:off x="73640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0" name="Google Shape;250;p29"/>
            <p:cNvSpPr/>
            <p:nvPr/>
          </p:nvSpPr>
          <p:spPr>
            <a:xfrm>
              <a:off x="74983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1" name="Google Shape;251;p29"/>
            <p:cNvSpPr/>
            <p:nvPr/>
          </p:nvSpPr>
          <p:spPr>
            <a:xfrm>
              <a:off x="7632673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98636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"/>
          <p:cNvSpPr txBox="1">
            <a:spLocks noGrp="1"/>
          </p:cNvSpPr>
          <p:nvPr>
            <p:ph type="title"/>
          </p:nvPr>
        </p:nvSpPr>
        <p:spPr>
          <a:xfrm>
            <a:off x="562233" y="587945"/>
            <a:ext cx="8011250" cy="11170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ЦВЕТОВАЯ ПАЛИТРА</a:t>
            </a:r>
            <a:endParaRPr dirty="0">
              <a:solidFill>
                <a:srgbClr val="5DF351"/>
              </a:solidFill>
              <a:latin typeface="Joystix Monospace" panose="02010609020102020304" pitchFamily="49" charset="0"/>
            </a:endParaRPr>
          </a:p>
        </p:txBody>
      </p:sp>
      <p:sp>
        <p:nvSpPr>
          <p:cNvPr id="259" name="Google Shape;259;p30"/>
          <p:cNvSpPr/>
          <p:nvPr/>
        </p:nvSpPr>
        <p:spPr>
          <a:xfrm rot="5400000">
            <a:off x="5518774" y="3918801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0" name="Google Shape;260;p30"/>
          <p:cNvSpPr/>
          <p:nvPr/>
        </p:nvSpPr>
        <p:spPr>
          <a:xfrm rot="5400000">
            <a:off x="5518774" y="40531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1" name="Google Shape;261;p30"/>
          <p:cNvSpPr/>
          <p:nvPr/>
        </p:nvSpPr>
        <p:spPr>
          <a:xfrm rot="5400000">
            <a:off x="5518774" y="41874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2" name="Google Shape;262;p30"/>
          <p:cNvSpPr/>
          <p:nvPr/>
        </p:nvSpPr>
        <p:spPr>
          <a:xfrm rot="5400000">
            <a:off x="5518774" y="4321699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" name="AutoShape 2" descr="IMIT Schedule: Расписание ИМИТ — скачать для Android 4,1☆ бесплатно 📱 в  RuSto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0" name="Google Shape;257;p30"/>
          <p:cNvSpPr txBox="1">
            <a:spLocks/>
          </p:cNvSpPr>
          <p:nvPr/>
        </p:nvSpPr>
        <p:spPr>
          <a:xfrm>
            <a:off x="1704844" y="1352068"/>
            <a:ext cx="2070165" cy="103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 Light"/>
              <a:buChar char="●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○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■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●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○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■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●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○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■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9pPr>
          </a:lstStyle>
          <a:p>
            <a:pPr marL="0" indent="0" algn="ctr">
              <a:buNone/>
            </a:pPr>
            <a:r>
              <a:rPr lang="ru-RU" dirty="0" smtClean="0">
                <a:latin typeface="Montserrat" panose="00000500000000000000" pitchFamily="2" charset="-52"/>
              </a:rPr>
              <a:t>недосып</a:t>
            </a:r>
          </a:p>
          <a:p>
            <a:pPr marL="0" indent="0" algn="ctr">
              <a:buNone/>
            </a:pPr>
            <a:r>
              <a:rPr lang="ru-RU" dirty="0">
                <a:latin typeface="Montserrat" panose="00000500000000000000" pitchFamily="2" charset="-52"/>
              </a:rPr>
              <a:t>интеллект</a:t>
            </a:r>
            <a:endParaRPr lang="ru-RU" dirty="0" smtClean="0">
              <a:latin typeface="Montserrat" panose="00000500000000000000" pitchFamily="2" charset="-52"/>
            </a:endParaRPr>
          </a:p>
          <a:p>
            <a:pPr marL="0" indent="0" algn="ctr">
              <a:buNone/>
            </a:pPr>
            <a:r>
              <a:rPr lang="ru-RU" dirty="0" smtClean="0">
                <a:latin typeface="Montserrat" panose="00000500000000000000" pitchFamily="2" charset="-52"/>
              </a:rPr>
              <a:t>технологии</a:t>
            </a:r>
          </a:p>
          <a:p>
            <a:pPr marL="0" indent="0" algn="ctr">
              <a:buFont typeface="Open Sans Light"/>
              <a:buNone/>
            </a:pPr>
            <a:r>
              <a:rPr lang="ru-RU" dirty="0" smtClean="0">
                <a:latin typeface="Montserrat" panose="00000500000000000000" pitchFamily="2" charset="-52"/>
              </a:rPr>
              <a:t>вдумчивость</a:t>
            </a:r>
          </a:p>
          <a:p>
            <a:pPr marL="0" indent="0" algn="ctr">
              <a:buFont typeface="Open Sans Light"/>
              <a:buNone/>
            </a:pPr>
            <a:r>
              <a:rPr lang="ru-RU" dirty="0" smtClean="0">
                <a:latin typeface="Montserrat" panose="00000500000000000000" pitchFamily="2" charset="-52"/>
              </a:rPr>
              <a:t> </a:t>
            </a:r>
          </a:p>
          <a:p>
            <a:pPr marL="0" indent="0" algn="ctr">
              <a:buFont typeface="Open Sans Light"/>
              <a:buNone/>
            </a:pPr>
            <a:endParaRPr lang="ru-RU" dirty="0">
              <a:latin typeface="Montserrat" panose="00000500000000000000" pitchFamily="2" charset="-52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3"/>
          <a:srcRect l="2733" t="9630" r="4381" b="9362"/>
          <a:stretch/>
        </p:blipFill>
        <p:spPr>
          <a:xfrm>
            <a:off x="1867437" y="2382592"/>
            <a:ext cx="5203064" cy="1944710"/>
          </a:xfrm>
          <a:prstGeom prst="rect">
            <a:avLst/>
          </a:prstGeom>
        </p:spPr>
      </p:pic>
      <p:sp>
        <p:nvSpPr>
          <p:cNvPr id="21" name="Google Shape;257;p30"/>
          <p:cNvSpPr txBox="1">
            <a:spLocks/>
          </p:cNvSpPr>
          <p:nvPr/>
        </p:nvSpPr>
        <p:spPr>
          <a:xfrm>
            <a:off x="3452938" y="1352068"/>
            <a:ext cx="2070165" cy="103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 Light"/>
              <a:buChar char="●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○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■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●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○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■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●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○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■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9pPr>
          </a:lstStyle>
          <a:p>
            <a:pPr marL="0" indent="0" algn="ctr">
              <a:buNone/>
            </a:pPr>
            <a:r>
              <a:rPr lang="ru-RU" dirty="0">
                <a:latin typeface="Montserrat" panose="00000500000000000000" pitchFamily="2" charset="-52"/>
              </a:rPr>
              <a:t>креатив</a:t>
            </a:r>
            <a:endParaRPr lang="ru-RU" dirty="0" smtClean="0">
              <a:latin typeface="Montserrat" panose="00000500000000000000" pitchFamily="2" charset="-52"/>
            </a:endParaRPr>
          </a:p>
          <a:p>
            <a:pPr marL="0" indent="0" algn="ctr">
              <a:buFont typeface="Open Sans Light"/>
              <a:buNone/>
            </a:pPr>
            <a:r>
              <a:rPr lang="ru-RU" dirty="0" smtClean="0">
                <a:latin typeface="Montserrat" panose="00000500000000000000" pitchFamily="2" charset="-52"/>
              </a:rPr>
              <a:t>выделение</a:t>
            </a:r>
          </a:p>
          <a:p>
            <a:pPr marL="0" indent="0" algn="ctr">
              <a:buNone/>
            </a:pPr>
            <a:r>
              <a:rPr lang="ru-RU" dirty="0">
                <a:latin typeface="Montserrat" panose="00000500000000000000" pitchFamily="2" charset="-52"/>
              </a:rPr>
              <a:t>к</a:t>
            </a:r>
            <a:r>
              <a:rPr lang="ru-RU" dirty="0" smtClean="0">
                <a:latin typeface="Montserrat" panose="00000500000000000000" pitchFamily="2" charset="-52"/>
              </a:rPr>
              <a:t>расочность</a:t>
            </a:r>
          </a:p>
          <a:p>
            <a:pPr marL="0" indent="0" algn="ctr">
              <a:buNone/>
            </a:pPr>
            <a:r>
              <a:rPr lang="ru-RU" dirty="0" smtClean="0">
                <a:latin typeface="Montserrat" panose="00000500000000000000" pitchFamily="2" charset="-52"/>
              </a:rPr>
              <a:t>неординарность</a:t>
            </a:r>
          </a:p>
        </p:txBody>
      </p:sp>
      <p:sp>
        <p:nvSpPr>
          <p:cNvPr id="22" name="Google Shape;257;p30"/>
          <p:cNvSpPr txBox="1">
            <a:spLocks/>
          </p:cNvSpPr>
          <p:nvPr/>
        </p:nvSpPr>
        <p:spPr>
          <a:xfrm>
            <a:off x="5072166" y="1352067"/>
            <a:ext cx="2222732" cy="103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 Light"/>
              <a:buChar char="●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○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■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●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Open Sans Light"/>
              <a:buChar char="○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■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●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○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 Light"/>
              <a:buChar char="■"/>
              <a:defRPr sz="1200" b="0" i="0" u="none" strike="noStrike" cap="none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9pPr>
          </a:lstStyle>
          <a:p>
            <a:pPr marL="0" indent="0" algn="ctr">
              <a:buNone/>
            </a:pPr>
            <a:r>
              <a:rPr lang="ru-RU" dirty="0" smtClean="0">
                <a:latin typeface="Montserrat" panose="00000500000000000000" pitchFamily="2" charset="-52"/>
              </a:rPr>
              <a:t>пришелец </a:t>
            </a:r>
          </a:p>
          <a:p>
            <a:pPr marL="0" indent="0" algn="ctr">
              <a:buNone/>
            </a:pPr>
            <a:r>
              <a:rPr lang="ru-RU" dirty="0">
                <a:latin typeface="Montserrat" panose="00000500000000000000" pitchFamily="2" charset="-52"/>
              </a:rPr>
              <a:t>х</a:t>
            </a:r>
            <a:r>
              <a:rPr lang="ru-RU" dirty="0" smtClean="0">
                <a:latin typeface="Montserrat" panose="00000500000000000000" pitchFamily="2" charset="-52"/>
              </a:rPr>
              <a:t>аотичность</a:t>
            </a:r>
          </a:p>
          <a:p>
            <a:pPr marL="0" indent="0" algn="ctr">
              <a:buFont typeface="Open Sans Light"/>
              <a:buNone/>
            </a:pPr>
            <a:r>
              <a:rPr lang="ru-RU" dirty="0" err="1" smtClean="0">
                <a:latin typeface="Montserrat" panose="00000500000000000000" pitchFamily="2" charset="-52"/>
              </a:rPr>
              <a:t>галлограмма</a:t>
            </a:r>
            <a:endParaRPr lang="ru-RU" dirty="0" smtClean="0">
              <a:latin typeface="Montserrat" panose="00000500000000000000" pitchFamily="2" charset="-52"/>
            </a:endParaRPr>
          </a:p>
          <a:p>
            <a:pPr marL="0" indent="0" algn="ctr">
              <a:buFont typeface="Open Sans Light"/>
              <a:buNone/>
            </a:pPr>
            <a:r>
              <a:rPr lang="ru-RU" dirty="0" err="1">
                <a:latin typeface="Montserrat" panose="00000500000000000000" pitchFamily="2" charset="-52"/>
              </a:rPr>
              <a:t>д</a:t>
            </a:r>
            <a:r>
              <a:rPr lang="ru-RU" dirty="0" err="1" smtClean="0">
                <a:latin typeface="Montserrat" panose="00000500000000000000" pitchFamily="2" charset="-52"/>
              </a:rPr>
              <a:t>иджитал</a:t>
            </a:r>
            <a:r>
              <a:rPr lang="ru-RU" dirty="0" smtClean="0">
                <a:latin typeface="Montserrat" panose="00000500000000000000" pitchFamily="2" charset="-52"/>
              </a:rPr>
              <a:t> </a:t>
            </a:r>
            <a:r>
              <a:rPr lang="ru-RU" dirty="0" err="1" smtClean="0">
                <a:latin typeface="Montserrat" panose="00000500000000000000" pitchFamily="2" charset="-52"/>
              </a:rPr>
              <a:t>спейс</a:t>
            </a:r>
            <a:endParaRPr lang="ru-RU" dirty="0" smtClean="0">
              <a:latin typeface="Montserrat" panose="00000500000000000000" pitchFamily="2" charset="-52"/>
            </a:endParaRPr>
          </a:p>
          <a:p>
            <a:pPr marL="0" indent="0" algn="ctr">
              <a:buFont typeface="Open Sans Light"/>
              <a:buNone/>
            </a:pPr>
            <a:endParaRPr lang="ru-RU" dirty="0"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574630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 txBox="1">
            <a:spLocks noGrp="1"/>
          </p:cNvSpPr>
          <p:nvPr>
            <p:ph type="title"/>
          </p:nvPr>
        </p:nvSpPr>
        <p:spPr>
          <a:xfrm>
            <a:off x="1522673" y="2409526"/>
            <a:ext cx="6244100" cy="11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4000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МУДБОРД ЛОГО</a:t>
            </a:r>
            <a:br>
              <a:rPr lang="ru-RU" sz="4000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</a:br>
            <a:endParaRPr sz="4000" dirty="0">
              <a:solidFill>
                <a:srgbClr val="5DF351"/>
              </a:solidFill>
              <a:latin typeface="Joystix Monospace" panose="02010609020102020304" pitchFamily="49" charset="0"/>
            </a:endParaRPr>
          </a:p>
        </p:txBody>
      </p:sp>
      <p:sp>
        <p:nvSpPr>
          <p:cNvPr id="242" name="Google Shape;242;p29"/>
          <p:cNvSpPr txBox="1">
            <a:spLocks noGrp="1"/>
          </p:cNvSpPr>
          <p:nvPr>
            <p:ph type="title" idx="2"/>
          </p:nvPr>
        </p:nvSpPr>
        <p:spPr>
          <a:xfrm>
            <a:off x="3556000" y="1505095"/>
            <a:ext cx="1879600" cy="102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5DF351"/>
                </a:solidFill>
                <a:latin typeface="Joystix Monospace" panose="02010609020102020304" pitchFamily="49" charset="0"/>
              </a:rPr>
              <a:t>#</a:t>
            </a:r>
            <a:r>
              <a:rPr lang="en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0</a:t>
            </a:r>
            <a:r>
              <a:rPr lang="ru-RU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5</a:t>
            </a:r>
            <a:endParaRPr dirty="0">
              <a:solidFill>
                <a:srgbClr val="5DF351"/>
              </a:solidFill>
              <a:latin typeface="Joystix Monospace" panose="02010609020102020304" pitchFamily="49" charset="0"/>
            </a:endParaRPr>
          </a:p>
        </p:txBody>
      </p:sp>
      <p:grpSp>
        <p:nvGrpSpPr>
          <p:cNvPr id="243" name="Google Shape;243;p29"/>
          <p:cNvGrpSpPr/>
          <p:nvPr/>
        </p:nvGrpSpPr>
        <p:grpSpPr>
          <a:xfrm>
            <a:off x="7894100" y="3762250"/>
            <a:ext cx="226500" cy="378950"/>
            <a:chOff x="7894100" y="3762250"/>
            <a:chExt cx="226500" cy="378950"/>
          </a:xfrm>
        </p:grpSpPr>
        <p:sp>
          <p:nvSpPr>
            <p:cNvPr id="244" name="Google Shape;244;p29"/>
            <p:cNvSpPr/>
            <p:nvPr/>
          </p:nvSpPr>
          <p:spPr>
            <a:xfrm>
              <a:off x="8046500" y="376225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5" name="Google Shape;245;p29"/>
            <p:cNvSpPr/>
            <p:nvPr/>
          </p:nvSpPr>
          <p:spPr>
            <a:xfrm>
              <a:off x="7894100" y="3914675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6" name="Google Shape;246;p29"/>
            <p:cNvSpPr/>
            <p:nvPr/>
          </p:nvSpPr>
          <p:spPr>
            <a:xfrm>
              <a:off x="8046500" y="406710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247" name="Google Shape;247;p29"/>
          <p:cNvGrpSpPr/>
          <p:nvPr/>
        </p:nvGrpSpPr>
        <p:grpSpPr>
          <a:xfrm>
            <a:off x="7229775" y="947625"/>
            <a:ext cx="536998" cy="134100"/>
            <a:chOff x="7229775" y="947625"/>
            <a:chExt cx="536998" cy="134100"/>
          </a:xfrm>
        </p:grpSpPr>
        <p:sp>
          <p:nvSpPr>
            <p:cNvPr id="248" name="Google Shape;248;p29"/>
            <p:cNvSpPr/>
            <p:nvPr/>
          </p:nvSpPr>
          <p:spPr>
            <a:xfrm>
              <a:off x="7229775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9" name="Google Shape;249;p29"/>
            <p:cNvSpPr/>
            <p:nvPr/>
          </p:nvSpPr>
          <p:spPr>
            <a:xfrm>
              <a:off x="73640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0" name="Google Shape;250;p29"/>
            <p:cNvSpPr/>
            <p:nvPr/>
          </p:nvSpPr>
          <p:spPr>
            <a:xfrm>
              <a:off x="74983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1" name="Google Shape;251;p29"/>
            <p:cNvSpPr/>
            <p:nvPr/>
          </p:nvSpPr>
          <p:spPr>
            <a:xfrm>
              <a:off x="7632673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39376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"/>
          <p:cNvSpPr txBox="1">
            <a:spLocks noGrp="1"/>
          </p:cNvSpPr>
          <p:nvPr>
            <p:ph type="title"/>
          </p:nvPr>
        </p:nvSpPr>
        <p:spPr>
          <a:xfrm>
            <a:off x="720000" y="445024"/>
            <a:ext cx="8011250" cy="11170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МУДБОРД ЛОГОТИПА</a:t>
            </a:r>
            <a:endParaRPr dirty="0">
              <a:solidFill>
                <a:srgbClr val="5DF351"/>
              </a:solidFill>
              <a:latin typeface="Joystix Monospace" panose="02010609020102020304" pitchFamily="49" charset="0"/>
            </a:endParaRPr>
          </a:p>
        </p:txBody>
      </p:sp>
      <p:sp>
        <p:nvSpPr>
          <p:cNvPr id="2" name="AutoShape 2" descr="IMIT Schedule: Расписание ИМИТ — скачать для Android 4,1☆ бесплатно 📱 в  RuSto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3"/>
          <a:srcRect t="3453"/>
          <a:stretch/>
        </p:blipFill>
        <p:spPr>
          <a:xfrm>
            <a:off x="2159000" y="1295400"/>
            <a:ext cx="4893766" cy="318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3037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 txBox="1">
            <a:spLocks noGrp="1"/>
          </p:cNvSpPr>
          <p:nvPr>
            <p:ph type="title"/>
          </p:nvPr>
        </p:nvSpPr>
        <p:spPr>
          <a:xfrm>
            <a:off x="1522673" y="2409526"/>
            <a:ext cx="6244100" cy="11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4000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МУДБОРД МАСКОТ</a:t>
            </a:r>
            <a:endParaRPr sz="4000" dirty="0">
              <a:solidFill>
                <a:srgbClr val="5DF351"/>
              </a:solidFill>
              <a:latin typeface="Joystix Monospace" panose="02010609020102020304" pitchFamily="49" charset="0"/>
            </a:endParaRPr>
          </a:p>
        </p:txBody>
      </p:sp>
      <p:sp>
        <p:nvSpPr>
          <p:cNvPr id="242" name="Google Shape;242;p29"/>
          <p:cNvSpPr txBox="1">
            <a:spLocks noGrp="1"/>
          </p:cNvSpPr>
          <p:nvPr>
            <p:ph type="title" idx="2"/>
          </p:nvPr>
        </p:nvSpPr>
        <p:spPr>
          <a:xfrm>
            <a:off x="3556000" y="1505095"/>
            <a:ext cx="1879600" cy="102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5DF351"/>
                </a:solidFill>
                <a:latin typeface="Joystix Monospace" panose="02010609020102020304" pitchFamily="49" charset="0"/>
              </a:rPr>
              <a:t>#</a:t>
            </a:r>
            <a:r>
              <a:rPr lang="en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0</a:t>
            </a:r>
            <a:r>
              <a:rPr lang="ru-RU" dirty="0">
                <a:solidFill>
                  <a:srgbClr val="5DF351"/>
                </a:solidFill>
                <a:latin typeface="Joystix Monospace" panose="02010609020102020304" pitchFamily="49" charset="0"/>
              </a:rPr>
              <a:t>6</a:t>
            </a:r>
            <a:endParaRPr dirty="0">
              <a:solidFill>
                <a:srgbClr val="5DF351"/>
              </a:solidFill>
              <a:latin typeface="Joystix Monospace" panose="02010609020102020304" pitchFamily="49" charset="0"/>
            </a:endParaRPr>
          </a:p>
        </p:txBody>
      </p:sp>
      <p:grpSp>
        <p:nvGrpSpPr>
          <p:cNvPr id="243" name="Google Shape;243;p29"/>
          <p:cNvGrpSpPr/>
          <p:nvPr/>
        </p:nvGrpSpPr>
        <p:grpSpPr>
          <a:xfrm>
            <a:off x="7894100" y="3762250"/>
            <a:ext cx="226500" cy="378950"/>
            <a:chOff x="7894100" y="3762250"/>
            <a:chExt cx="226500" cy="378950"/>
          </a:xfrm>
        </p:grpSpPr>
        <p:sp>
          <p:nvSpPr>
            <p:cNvPr id="244" name="Google Shape;244;p29"/>
            <p:cNvSpPr/>
            <p:nvPr/>
          </p:nvSpPr>
          <p:spPr>
            <a:xfrm>
              <a:off x="8046500" y="376225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5" name="Google Shape;245;p29"/>
            <p:cNvSpPr/>
            <p:nvPr/>
          </p:nvSpPr>
          <p:spPr>
            <a:xfrm>
              <a:off x="7894100" y="3914675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6" name="Google Shape;246;p29"/>
            <p:cNvSpPr/>
            <p:nvPr/>
          </p:nvSpPr>
          <p:spPr>
            <a:xfrm>
              <a:off x="8046500" y="406710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247" name="Google Shape;247;p29"/>
          <p:cNvGrpSpPr/>
          <p:nvPr/>
        </p:nvGrpSpPr>
        <p:grpSpPr>
          <a:xfrm>
            <a:off x="7229775" y="947625"/>
            <a:ext cx="536998" cy="134100"/>
            <a:chOff x="7229775" y="947625"/>
            <a:chExt cx="536998" cy="134100"/>
          </a:xfrm>
        </p:grpSpPr>
        <p:sp>
          <p:nvSpPr>
            <p:cNvPr id="248" name="Google Shape;248;p29"/>
            <p:cNvSpPr/>
            <p:nvPr/>
          </p:nvSpPr>
          <p:spPr>
            <a:xfrm>
              <a:off x="7229775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9" name="Google Shape;249;p29"/>
            <p:cNvSpPr/>
            <p:nvPr/>
          </p:nvSpPr>
          <p:spPr>
            <a:xfrm>
              <a:off x="73640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0" name="Google Shape;250;p29"/>
            <p:cNvSpPr/>
            <p:nvPr/>
          </p:nvSpPr>
          <p:spPr>
            <a:xfrm>
              <a:off x="74983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1" name="Google Shape;251;p29"/>
            <p:cNvSpPr/>
            <p:nvPr/>
          </p:nvSpPr>
          <p:spPr>
            <a:xfrm>
              <a:off x="7632673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595722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"/>
          <p:cNvSpPr txBox="1">
            <a:spLocks noGrp="1"/>
          </p:cNvSpPr>
          <p:nvPr>
            <p:ph type="title"/>
          </p:nvPr>
        </p:nvSpPr>
        <p:spPr>
          <a:xfrm>
            <a:off x="720000" y="445024"/>
            <a:ext cx="8011250" cy="11170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3200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МУДБОРД МАСКОТА</a:t>
            </a:r>
            <a:endParaRPr dirty="0">
              <a:solidFill>
                <a:srgbClr val="5DF351"/>
              </a:solidFill>
              <a:latin typeface="Joystix Monospace" panose="02010609020102020304" pitchFamily="49" charset="0"/>
            </a:endParaRPr>
          </a:p>
        </p:txBody>
      </p:sp>
      <p:sp>
        <p:nvSpPr>
          <p:cNvPr id="259" name="Google Shape;259;p30"/>
          <p:cNvSpPr/>
          <p:nvPr/>
        </p:nvSpPr>
        <p:spPr>
          <a:xfrm rot="5400000">
            <a:off x="5518774" y="3918801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0" name="Google Shape;260;p30"/>
          <p:cNvSpPr/>
          <p:nvPr/>
        </p:nvSpPr>
        <p:spPr>
          <a:xfrm rot="5400000">
            <a:off x="5518774" y="40531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1" name="Google Shape;261;p30"/>
          <p:cNvSpPr/>
          <p:nvPr/>
        </p:nvSpPr>
        <p:spPr>
          <a:xfrm rot="5400000">
            <a:off x="5518774" y="41874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2" name="Google Shape;262;p30"/>
          <p:cNvSpPr/>
          <p:nvPr/>
        </p:nvSpPr>
        <p:spPr>
          <a:xfrm rot="5400000">
            <a:off x="5518774" y="4321699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" name="AutoShape 2" descr="IMIT Schedule: Расписание ИМИТ — скачать для Android 4,1☆ бесплатно 📱 в  RuSto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3"/>
          <a:srcRect t="4322" b="335"/>
          <a:stretch/>
        </p:blipFill>
        <p:spPr>
          <a:xfrm>
            <a:off x="2324099" y="1206500"/>
            <a:ext cx="4496649" cy="3360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7374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 txBox="1">
            <a:spLocks noGrp="1"/>
          </p:cNvSpPr>
          <p:nvPr>
            <p:ph type="title"/>
          </p:nvPr>
        </p:nvSpPr>
        <p:spPr>
          <a:xfrm>
            <a:off x="1522673" y="2409526"/>
            <a:ext cx="6244100" cy="11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4000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ИКОНКИ</a:t>
            </a:r>
            <a:endParaRPr sz="4000" dirty="0">
              <a:solidFill>
                <a:srgbClr val="5DF351"/>
              </a:solidFill>
              <a:latin typeface="Joystix Monospace" panose="02010609020102020304" pitchFamily="49" charset="0"/>
            </a:endParaRPr>
          </a:p>
        </p:txBody>
      </p:sp>
      <p:sp>
        <p:nvSpPr>
          <p:cNvPr id="242" name="Google Shape;242;p29"/>
          <p:cNvSpPr txBox="1">
            <a:spLocks noGrp="1"/>
          </p:cNvSpPr>
          <p:nvPr>
            <p:ph type="title" idx="2"/>
          </p:nvPr>
        </p:nvSpPr>
        <p:spPr>
          <a:xfrm>
            <a:off x="3556000" y="1505095"/>
            <a:ext cx="1879600" cy="102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5DF351"/>
                </a:solidFill>
                <a:latin typeface="Joystix Monospace" panose="02010609020102020304" pitchFamily="49" charset="0"/>
              </a:rPr>
              <a:t>#</a:t>
            </a:r>
            <a:r>
              <a:rPr lang="en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0</a:t>
            </a:r>
            <a:r>
              <a:rPr lang="ru-RU" dirty="0">
                <a:solidFill>
                  <a:srgbClr val="5DF351"/>
                </a:solidFill>
                <a:latin typeface="Joystix Monospace" panose="02010609020102020304" pitchFamily="49" charset="0"/>
              </a:rPr>
              <a:t>7</a:t>
            </a:r>
            <a:endParaRPr dirty="0">
              <a:solidFill>
                <a:srgbClr val="5DF351"/>
              </a:solidFill>
              <a:latin typeface="Joystix Monospace" panose="02010609020102020304" pitchFamily="49" charset="0"/>
            </a:endParaRPr>
          </a:p>
        </p:txBody>
      </p:sp>
      <p:grpSp>
        <p:nvGrpSpPr>
          <p:cNvPr id="243" name="Google Shape;243;p29"/>
          <p:cNvGrpSpPr/>
          <p:nvPr/>
        </p:nvGrpSpPr>
        <p:grpSpPr>
          <a:xfrm>
            <a:off x="7894100" y="3762250"/>
            <a:ext cx="226500" cy="378950"/>
            <a:chOff x="7894100" y="3762250"/>
            <a:chExt cx="226500" cy="378950"/>
          </a:xfrm>
        </p:grpSpPr>
        <p:sp>
          <p:nvSpPr>
            <p:cNvPr id="244" name="Google Shape;244;p29"/>
            <p:cNvSpPr/>
            <p:nvPr/>
          </p:nvSpPr>
          <p:spPr>
            <a:xfrm>
              <a:off x="8046500" y="376225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5" name="Google Shape;245;p29"/>
            <p:cNvSpPr/>
            <p:nvPr/>
          </p:nvSpPr>
          <p:spPr>
            <a:xfrm>
              <a:off x="7894100" y="3914675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6" name="Google Shape;246;p29"/>
            <p:cNvSpPr/>
            <p:nvPr/>
          </p:nvSpPr>
          <p:spPr>
            <a:xfrm>
              <a:off x="8046500" y="406710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247" name="Google Shape;247;p29"/>
          <p:cNvGrpSpPr/>
          <p:nvPr/>
        </p:nvGrpSpPr>
        <p:grpSpPr>
          <a:xfrm>
            <a:off x="7229775" y="947625"/>
            <a:ext cx="536998" cy="134100"/>
            <a:chOff x="7229775" y="947625"/>
            <a:chExt cx="536998" cy="134100"/>
          </a:xfrm>
        </p:grpSpPr>
        <p:sp>
          <p:nvSpPr>
            <p:cNvPr id="248" name="Google Shape;248;p29"/>
            <p:cNvSpPr/>
            <p:nvPr/>
          </p:nvSpPr>
          <p:spPr>
            <a:xfrm>
              <a:off x="7229775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9" name="Google Shape;249;p29"/>
            <p:cNvSpPr/>
            <p:nvPr/>
          </p:nvSpPr>
          <p:spPr>
            <a:xfrm>
              <a:off x="73640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0" name="Google Shape;250;p29"/>
            <p:cNvSpPr/>
            <p:nvPr/>
          </p:nvSpPr>
          <p:spPr>
            <a:xfrm>
              <a:off x="74983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1" name="Google Shape;251;p29"/>
            <p:cNvSpPr/>
            <p:nvPr/>
          </p:nvSpPr>
          <p:spPr>
            <a:xfrm>
              <a:off x="7632673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091867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"/>
          <p:cNvSpPr txBox="1">
            <a:spLocks noGrp="1"/>
          </p:cNvSpPr>
          <p:nvPr>
            <p:ph type="title"/>
          </p:nvPr>
        </p:nvSpPr>
        <p:spPr>
          <a:xfrm>
            <a:off x="720000" y="445024"/>
            <a:ext cx="8011250" cy="11170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ИКОНКИ</a:t>
            </a:r>
            <a:endParaRPr dirty="0">
              <a:solidFill>
                <a:srgbClr val="5DF351"/>
              </a:solidFill>
              <a:latin typeface="Joystix Monospace" panose="02010609020102020304" pitchFamily="49" charset="0"/>
            </a:endParaRPr>
          </a:p>
        </p:txBody>
      </p:sp>
      <p:sp>
        <p:nvSpPr>
          <p:cNvPr id="260" name="Google Shape;260;p30"/>
          <p:cNvSpPr/>
          <p:nvPr/>
        </p:nvSpPr>
        <p:spPr>
          <a:xfrm rot="5400000">
            <a:off x="5518774" y="41874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1" name="Google Shape;261;p30"/>
          <p:cNvSpPr/>
          <p:nvPr/>
        </p:nvSpPr>
        <p:spPr>
          <a:xfrm rot="5400000">
            <a:off x="5518774" y="41874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2" name="Google Shape;262;p30"/>
          <p:cNvSpPr/>
          <p:nvPr/>
        </p:nvSpPr>
        <p:spPr>
          <a:xfrm rot="5400000">
            <a:off x="5518774" y="4321699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" name="AutoShape 2" descr="IMIT Schedule: Расписание ИМИТ — скачать для Android 4,1☆ бесплатно 📱 в  RuSto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9" name="Google Shape;8272;p58"/>
          <p:cNvGrpSpPr/>
          <p:nvPr/>
        </p:nvGrpSpPr>
        <p:grpSpPr>
          <a:xfrm>
            <a:off x="3603460" y="2494772"/>
            <a:ext cx="359213" cy="327807"/>
            <a:chOff x="1958520" y="2302574"/>
            <a:chExt cx="359213" cy="327807"/>
          </a:xfrm>
        </p:grpSpPr>
        <p:sp>
          <p:nvSpPr>
            <p:cNvPr id="10" name="Google Shape;8273;p58"/>
            <p:cNvSpPr/>
            <p:nvPr/>
          </p:nvSpPr>
          <p:spPr>
            <a:xfrm>
              <a:off x="1958520" y="2302574"/>
              <a:ext cx="359213" cy="327807"/>
            </a:xfrm>
            <a:custGeom>
              <a:avLst/>
              <a:gdLst/>
              <a:ahLst/>
              <a:cxnLst/>
              <a:rect l="l" t="t" r="r" b="b"/>
              <a:pathLst>
                <a:path w="11312" h="10323" extrusionOk="0">
                  <a:moveTo>
                    <a:pt x="7168" y="8132"/>
                  </a:moveTo>
                  <a:lnTo>
                    <a:pt x="7501" y="9204"/>
                  </a:lnTo>
                  <a:lnTo>
                    <a:pt x="3799" y="9204"/>
                  </a:lnTo>
                  <a:lnTo>
                    <a:pt x="4120" y="8132"/>
                  </a:lnTo>
                  <a:close/>
                  <a:moveTo>
                    <a:pt x="8466" y="9537"/>
                  </a:moveTo>
                  <a:cubicBezTo>
                    <a:pt x="8597" y="9537"/>
                    <a:pt x="8704" y="9656"/>
                    <a:pt x="8704" y="9775"/>
                  </a:cubicBezTo>
                  <a:cubicBezTo>
                    <a:pt x="8704" y="9906"/>
                    <a:pt x="8597" y="10013"/>
                    <a:pt x="8466" y="10013"/>
                  </a:cubicBezTo>
                  <a:lnTo>
                    <a:pt x="2810" y="10013"/>
                  </a:lnTo>
                  <a:cubicBezTo>
                    <a:pt x="2679" y="10013"/>
                    <a:pt x="2572" y="9906"/>
                    <a:pt x="2572" y="9775"/>
                  </a:cubicBezTo>
                  <a:cubicBezTo>
                    <a:pt x="2572" y="9644"/>
                    <a:pt x="2679" y="9537"/>
                    <a:pt x="2810" y="9537"/>
                  </a:cubicBezTo>
                  <a:close/>
                  <a:moveTo>
                    <a:pt x="1072" y="0"/>
                  </a:moveTo>
                  <a:cubicBezTo>
                    <a:pt x="477" y="0"/>
                    <a:pt x="0" y="476"/>
                    <a:pt x="0" y="1072"/>
                  </a:cubicBezTo>
                  <a:lnTo>
                    <a:pt x="0" y="7049"/>
                  </a:lnTo>
                  <a:cubicBezTo>
                    <a:pt x="0" y="7644"/>
                    <a:pt x="477" y="8120"/>
                    <a:pt x="1072" y="8120"/>
                  </a:cubicBezTo>
                  <a:lnTo>
                    <a:pt x="3763" y="8120"/>
                  </a:lnTo>
                  <a:lnTo>
                    <a:pt x="3441" y="9192"/>
                  </a:lnTo>
                  <a:lnTo>
                    <a:pt x="2822" y="9192"/>
                  </a:lnTo>
                  <a:cubicBezTo>
                    <a:pt x="2513" y="9192"/>
                    <a:pt x="2263" y="9442"/>
                    <a:pt x="2263" y="9751"/>
                  </a:cubicBezTo>
                  <a:cubicBezTo>
                    <a:pt x="2263" y="10073"/>
                    <a:pt x="2513" y="10323"/>
                    <a:pt x="2822" y="10323"/>
                  </a:cubicBezTo>
                  <a:lnTo>
                    <a:pt x="8478" y="10323"/>
                  </a:lnTo>
                  <a:cubicBezTo>
                    <a:pt x="8799" y="10323"/>
                    <a:pt x="9049" y="10073"/>
                    <a:pt x="9049" y="9751"/>
                  </a:cubicBezTo>
                  <a:cubicBezTo>
                    <a:pt x="9049" y="9442"/>
                    <a:pt x="8799" y="9192"/>
                    <a:pt x="8478" y="9192"/>
                  </a:cubicBezTo>
                  <a:lnTo>
                    <a:pt x="7870" y="9192"/>
                  </a:lnTo>
                  <a:lnTo>
                    <a:pt x="7549" y="8120"/>
                  </a:lnTo>
                  <a:lnTo>
                    <a:pt x="10240" y="8120"/>
                  </a:lnTo>
                  <a:cubicBezTo>
                    <a:pt x="10835" y="8120"/>
                    <a:pt x="11311" y="7644"/>
                    <a:pt x="11311" y="7049"/>
                  </a:cubicBezTo>
                  <a:lnTo>
                    <a:pt x="11311" y="1072"/>
                  </a:lnTo>
                  <a:cubicBezTo>
                    <a:pt x="11299" y="488"/>
                    <a:pt x="10823" y="0"/>
                    <a:pt x="10228" y="0"/>
                  </a:cubicBezTo>
                  <a:lnTo>
                    <a:pt x="2786" y="0"/>
                  </a:lnTo>
                  <a:cubicBezTo>
                    <a:pt x="2691" y="0"/>
                    <a:pt x="2620" y="72"/>
                    <a:pt x="2620" y="155"/>
                  </a:cubicBezTo>
                  <a:cubicBezTo>
                    <a:pt x="2620" y="250"/>
                    <a:pt x="2691" y="322"/>
                    <a:pt x="2786" y="322"/>
                  </a:cubicBezTo>
                  <a:lnTo>
                    <a:pt x="10228" y="322"/>
                  </a:lnTo>
                  <a:cubicBezTo>
                    <a:pt x="10621" y="322"/>
                    <a:pt x="10966" y="655"/>
                    <a:pt x="10966" y="1072"/>
                  </a:cubicBezTo>
                  <a:lnTo>
                    <a:pt x="10966" y="7049"/>
                  </a:lnTo>
                  <a:cubicBezTo>
                    <a:pt x="10966" y="7453"/>
                    <a:pt x="10645" y="7799"/>
                    <a:pt x="10228" y="7799"/>
                  </a:cubicBezTo>
                  <a:lnTo>
                    <a:pt x="1072" y="7799"/>
                  </a:lnTo>
                  <a:cubicBezTo>
                    <a:pt x="667" y="7799"/>
                    <a:pt x="322" y="7465"/>
                    <a:pt x="322" y="7049"/>
                  </a:cubicBezTo>
                  <a:lnTo>
                    <a:pt x="322" y="1072"/>
                  </a:lnTo>
                  <a:cubicBezTo>
                    <a:pt x="322" y="667"/>
                    <a:pt x="655" y="322"/>
                    <a:pt x="1072" y="322"/>
                  </a:cubicBezTo>
                  <a:lnTo>
                    <a:pt x="2108" y="322"/>
                  </a:lnTo>
                  <a:cubicBezTo>
                    <a:pt x="2203" y="322"/>
                    <a:pt x="2275" y="250"/>
                    <a:pt x="2275" y="155"/>
                  </a:cubicBezTo>
                  <a:cubicBezTo>
                    <a:pt x="2275" y="72"/>
                    <a:pt x="2203" y="0"/>
                    <a:pt x="210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1" name="Google Shape;8274;p58"/>
            <p:cNvSpPr/>
            <p:nvPr/>
          </p:nvSpPr>
          <p:spPr>
            <a:xfrm>
              <a:off x="1986877" y="2331313"/>
              <a:ext cx="302117" cy="184909"/>
            </a:xfrm>
            <a:custGeom>
              <a:avLst/>
              <a:gdLst/>
              <a:ahLst/>
              <a:cxnLst/>
              <a:rect l="l" t="t" r="r" b="b"/>
              <a:pathLst>
                <a:path w="9514" h="5823" extrusionOk="0">
                  <a:moveTo>
                    <a:pt x="179" y="0"/>
                  </a:moveTo>
                  <a:cubicBezTo>
                    <a:pt x="72" y="0"/>
                    <a:pt x="0" y="71"/>
                    <a:pt x="0" y="179"/>
                  </a:cubicBezTo>
                  <a:lnTo>
                    <a:pt x="0" y="5656"/>
                  </a:lnTo>
                  <a:cubicBezTo>
                    <a:pt x="0" y="5739"/>
                    <a:pt x="72" y="5822"/>
                    <a:pt x="167" y="5822"/>
                  </a:cubicBezTo>
                  <a:lnTo>
                    <a:pt x="9347" y="5822"/>
                  </a:lnTo>
                  <a:cubicBezTo>
                    <a:pt x="9430" y="5822"/>
                    <a:pt x="9513" y="5739"/>
                    <a:pt x="9513" y="5656"/>
                  </a:cubicBezTo>
                  <a:lnTo>
                    <a:pt x="9513" y="5072"/>
                  </a:lnTo>
                  <a:cubicBezTo>
                    <a:pt x="9513" y="4989"/>
                    <a:pt x="9430" y="4905"/>
                    <a:pt x="9347" y="4905"/>
                  </a:cubicBezTo>
                  <a:cubicBezTo>
                    <a:pt x="9252" y="4905"/>
                    <a:pt x="9180" y="4989"/>
                    <a:pt x="9180" y="5072"/>
                  </a:cubicBezTo>
                  <a:lnTo>
                    <a:pt x="9180" y="5489"/>
                  </a:lnTo>
                  <a:lnTo>
                    <a:pt x="346" y="5489"/>
                  </a:lnTo>
                  <a:lnTo>
                    <a:pt x="346" y="345"/>
                  </a:lnTo>
                  <a:lnTo>
                    <a:pt x="9180" y="345"/>
                  </a:lnTo>
                  <a:lnTo>
                    <a:pt x="9180" y="4405"/>
                  </a:lnTo>
                  <a:cubicBezTo>
                    <a:pt x="9168" y="4489"/>
                    <a:pt x="9240" y="4572"/>
                    <a:pt x="9347" y="4572"/>
                  </a:cubicBezTo>
                  <a:cubicBezTo>
                    <a:pt x="9430" y="4572"/>
                    <a:pt x="9513" y="4489"/>
                    <a:pt x="9513" y="4405"/>
                  </a:cubicBezTo>
                  <a:lnTo>
                    <a:pt x="9513" y="179"/>
                  </a:lnTo>
                  <a:cubicBezTo>
                    <a:pt x="9513" y="71"/>
                    <a:pt x="9430" y="0"/>
                    <a:pt x="933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2" name="Google Shape;8275;p58"/>
            <p:cNvSpPr/>
            <p:nvPr/>
          </p:nvSpPr>
          <p:spPr>
            <a:xfrm>
              <a:off x="2131521" y="2526701"/>
              <a:ext cx="11908" cy="10638"/>
            </a:xfrm>
            <a:custGeom>
              <a:avLst/>
              <a:gdLst/>
              <a:ahLst/>
              <a:cxnLst/>
              <a:rect l="l" t="t" r="r" b="b"/>
              <a:pathLst>
                <a:path w="375" h="335" extrusionOk="0">
                  <a:moveTo>
                    <a:pt x="176" y="0"/>
                  </a:moveTo>
                  <a:cubicBezTo>
                    <a:pt x="167" y="0"/>
                    <a:pt x="158" y="1"/>
                    <a:pt x="148" y="3"/>
                  </a:cubicBezTo>
                  <a:cubicBezTo>
                    <a:pt x="77" y="26"/>
                    <a:pt x="17" y="86"/>
                    <a:pt x="17" y="157"/>
                  </a:cubicBezTo>
                  <a:cubicBezTo>
                    <a:pt x="1" y="258"/>
                    <a:pt x="95" y="334"/>
                    <a:pt x="186" y="334"/>
                  </a:cubicBezTo>
                  <a:cubicBezTo>
                    <a:pt x="225" y="334"/>
                    <a:pt x="263" y="320"/>
                    <a:pt x="291" y="288"/>
                  </a:cubicBezTo>
                  <a:cubicBezTo>
                    <a:pt x="375" y="229"/>
                    <a:pt x="375" y="145"/>
                    <a:pt x="327" y="86"/>
                  </a:cubicBezTo>
                  <a:cubicBezTo>
                    <a:pt x="296" y="34"/>
                    <a:pt x="238" y="0"/>
                    <a:pt x="17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</p:grpSp>
      <p:grpSp>
        <p:nvGrpSpPr>
          <p:cNvPr id="13" name="Google Shape;8276;p58"/>
          <p:cNvGrpSpPr/>
          <p:nvPr/>
        </p:nvGrpSpPr>
        <p:grpSpPr>
          <a:xfrm>
            <a:off x="3200548" y="2482430"/>
            <a:ext cx="207582" cy="359594"/>
            <a:chOff x="2656082" y="2287427"/>
            <a:chExt cx="207582" cy="359594"/>
          </a:xfrm>
        </p:grpSpPr>
        <p:sp>
          <p:nvSpPr>
            <p:cNvPr id="14" name="Google Shape;8277;p58"/>
            <p:cNvSpPr/>
            <p:nvPr/>
          </p:nvSpPr>
          <p:spPr>
            <a:xfrm>
              <a:off x="2656082" y="2287427"/>
              <a:ext cx="207582" cy="359594"/>
            </a:xfrm>
            <a:custGeom>
              <a:avLst/>
              <a:gdLst/>
              <a:ahLst/>
              <a:cxnLst/>
              <a:rect l="l" t="t" r="r" b="b"/>
              <a:pathLst>
                <a:path w="6537" h="11324" extrusionOk="0">
                  <a:moveTo>
                    <a:pt x="5704" y="334"/>
                  </a:moveTo>
                  <a:cubicBezTo>
                    <a:pt x="5965" y="334"/>
                    <a:pt x="6192" y="561"/>
                    <a:pt x="6192" y="834"/>
                  </a:cubicBezTo>
                  <a:lnTo>
                    <a:pt x="6192" y="1323"/>
                  </a:lnTo>
                  <a:lnTo>
                    <a:pt x="346" y="1323"/>
                  </a:lnTo>
                  <a:lnTo>
                    <a:pt x="346" y="834"/>
                  </a:lnTo>
                  <a:cubicBezTo>
                    <a:pt x="346" y="561"/>
                    <a:pt x="560" y="334"/>
                    <a:pt x="834" y="334"/>
                  </a:cubicBezTo>
                  <a:close/>
                  <a:moveTo>
                    <a:pt x="6192" y="1644"/>
                  </a:moveTo>
                  <a:lnTo>
                    <a:pt x="6192" y="8990"/>
                  </a:lnTo>
                  <a:lnTo>
                    <a:pt x="1501" y="8990"/>
                  </a:lnTo>
                  <a:cubicBezTo>
                    <a:pt x="1405" y="8990"/>
                    <a:pt x="1334" y="9062"/>
                    <a:pt x="1334" y="9145"/>
                  </a:cubicBezTo>
                  <a:cubicBezTo>
                    <a:pt x="1334" y="9240"/>
                    <a:pt x="1405" y="9312"/>
                    <a:pt x="1501" y="9312"/>
                  </a:cubicBezTo>
                  <a:lnTo>
                    <a:pt x="6192" y="9312"/>
                  </a:lnTo>
                  <a:lnTo>
                    <a:pt x="6192" y="10478"/>
                  </a:lnTo>
                  <a:cubicBezTo>
                    <a:pt x="6192" y="10740"/>
                    <a:pt x="5965" y="10967"/>
                    <a:pt x="5704" y="10967"/>
                  </a:cubicBezTo>
                  <a:lnTo>
                    <a:pt x="834" y="10967"/>
                  </a:lnTo>
                  <a:cubicBezTo>
                    <a:pt x="560" y="10967"/>
                    <a:pt x="346" y="10740"/>
                    <a:pt x="346" y="10478"/>
                  </a:cubicBezTo>
                  <a:lnTo>
                    <a:pt x="346" y="9312"/>
                  </a:lnTo>
                  <a:lnTo>
                    <a:pt x="834" y="9312"/>
                  </a:lnTo>
                  <a:cubicBezTo>
                    <a:pt x="917" y="9312"/>
                    <a:pt x="1001" y="9240"/>
                    <a:pt x="1001" y="9145"/>
                  </a:cubicBezTo>
                  <a:cubicBezTo>
                    <a:pt x="1001" y="9062"/>
                    <a:pt x="917" y="8990"/>
                    <a:pt x="834" y="8990"/>
                  </a:cubicBezTo>
                  <a:lnTo>
                    <a:pt x="346" y="8990"/>
                  </a:lnTo>
                  <a:lnTo>
                    <a:pt x="346" y="1644"/>
                  </a:lnTo>
                  <a:close/>
                  <a:moveTo>
                    <a:pt x="834" y="1"/>
                  </a:moveTo>
                  <a:cubicBezTo>
                    <a:pt x="370" y="1"/>
                    <a:pt x="0" y="370"/>
                    <a:pt x="0" y="834"/>
                  </a:cubicBezTo>
                  <a:lnTo>
                    <a:pt x="0" y="10490"/>
                  </a:lnTo>
                  <a:cubicBezTo>
                    <a:pt x="0" y="10955"/>
                    <a:pt x="370" y="11324"/>
                    <a:pt x="834" y="11324"/>
                  </a:cubicBezTo>
                  <a:lnTo>
                    <a:pt x="5704" y="11324"/>
                  </a:lnTo>
                  <a:cubicBezTo>
                    <a:pt x="6156" y="11324"/>
                    <a:pt x="6537" y="10955"/>
                    <a:pt x="6537" y="10490"/>
                  </a:cubicBezTo>
                  <a:lnTo>
                    <a:pt x="6537" y="834"/>
                  </a:lnTo>
                  <a:cubicBezTo>
                    <a:pt x="6513" y="370"/>
                    <a:pt x="6144" y="1"/>
                    <a:pt x="570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5" name="Google Shape;8278;p58"/>
            <p:cNvSpPr/>
            <p:nvPr/>
          </p:nvSpPr>
          <p:spPr>
            <a:xfrm>
              <a:off x="2754395" y="2308608"/>
              <a:ext cx="31787" cy="10257"/>
            </a:xfrm>
            <a:custGeom>
              <a:avLst/>
              <a:gdLst/>
              <a:ahLst/>
              <a:cxnLst/>
              <a:rect l="l" t="t" r="r" b="b"/>
              <a:pathLst>
                <a:path w="1001" h="323" extrusionOk="0">
                  <a:moveTo>
                    <a:pt x="167" y="1"/>
                  </a:moveTo>
                  <a:cubicBezTo>
                    <a:pt x="72" y="1"/>
                    <a:pt x="0" y="72"/>
                    <a:pt x="0" y="167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834" y="322"/>
                  </a:lnTo>
                  <a:cubicBezTo>
                    <a:pt x="917" y="322"/>
                    <a:pt x="1000" y="251"/>
                    <a:pt x="1000" y="167"/>
                  </a:cubicBezTo>
                  <a:cubicBezTo>
                    <a:pt x="1000" y="72"/>
                    <a:pt x="917" y="1"/>
                    <a:pt x="83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6" name="Google Shape;8279;p58"/>
            <p:cNvSpPr/>
            <p:nvPr/>
          </p:nvSpPr>
          <p:spPr>
            <a:xfrm>
              <a:off x="2743789" y="2594053"/>
              <a:ext cx="31406" cy="31056"/>
            </a:xfrm>
            <a:custGeom>
              <a:avLst/>
              <a:gdLst/>
              <a:ahLst/>
              <a:cxnLst/>
              <a:rect l="l" t="t" r="r" b="b"/>
              <a:pathLst>
                <a:path w="989" h="978" extrusionOk="0">
                  <a:moveTo>
                    <a:pt x="501" y="322"/>
                  </a:moveTo>
                  <a:cubicBezTo>
                    <a:pt x="584" y="322"/>
                    <a:pt x="656" y="406"/>
                    <a:pt x="656" y="489"/>
                  </a:cubicBezTo>
                  <a:cubicBezTo>
                    <a:pt x="656" y="584"/>
                    <a:pt x="584" y="656"/>
                    <a:pt x="501" y="656"/>
                  </a:cubicBezTo>
                  <a:cubicBezTo>
                    <a:pt x="406" y="656"/>
                    <a:pt x="334" y="584"/>
                    <a:pt x="334" y="489"/>
                  </a:cubicBezTo>
                  <a:cubicBezTo>
                    <a:pt x="334" y="406"/>
                    <a:pt x="406" y="322"/>
                    <a:pt x="501" y="322"/>
                  </a:cubicBezTo>
                  <a:close/>
                  <a:moveTo>
                    <a:pt x="501" y="1"/>
                  </a:moveTo>
                  <a:cubicBezTo>
                    <a:pt x="227" y="1"/>
                    <a:pt x="1" y="227"/>
                    <a:pt x="1" y="489"/>
                  </a:cubicBezTo>
                  <a:cubicBezTo>
                    <a:pt x="1" y="763"/>
                    <a:pt x="227" y="977"/>
                    <a:pt x="501" y="977"/>
                  </a:cubicBezTo>
                  <a:cubicBezTo>
                    <a:pt x="763" y="977"/>
                    <a:pt x="989" y="763"/>
                    <a:pt x="989" y="489"/>
                  </a:cubicBezTo>
                  <a:cubicBezTo>
                    <a:pt x="989" y="227"/>
                    <a:pt x="775" y="1"/>
                    <a:pt x="50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7" name="Google Shape;8280;p58"/>
            <p:cNvSpPr/>
            <p:nvPr/>
          </p:nvSpPr>
          <p:spPr>
            <a:xfrm>
              <a:off x="2733596" y="2308608"/>
              <a:ext cx="10225" cy="10257"/>
            </a:xfrm>
            <a:custGeom>
              <a:avLst/>
              <a:gdLst/>
              <a:ahLst/>
              <a:cxnLst/>
              <a:rect l="l" t="t" r="r" b="b"/>
              <a:pathLst>
                <a:path w="322" h="323" extrusionOk="0">
                  <a:moveTo>
                    <a:pt x="155" y="1"/>
                  </a:moveTo>
                  <a:cubicBezTo>
                    <a:pt x="72" y="1"/>
                    <a:pt x="0" y="72"/>
                    <a:pt x="0" y="167"/>
                  </a:cubicBezTo>
                  <a:cubicBezTo>
                    <a:pt x="0" y="251"/>
                    <a:pt x="72" y="322"/>
                    <a:pt x="155" y="322"/>
                  </a:cubicBezTo>
                  <a:cubicBezTo>
                    <a:pt x="250" y="322"/>
                    <a:pt x="322" y="251"/>
                    <a:pt x="322" y="167"/>
                  </a:cubicBezTo>
                  <a:cubicBezTo>
                    <a:pt x="322" y="72"/>
                    <a:pt x="250" y="1"/>
                    <a:pt x="15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</p:grpSp>
      <p:grpSp>
        <p:nvGrpSpPr>
          <p:cNvPr id="18" name="Google Shape;8306;p58"/>
          <p:cNvGrpSpPr/>
          <p:nvPr/>
        </p:nvGrpSpPr>
        <p:grpSpPr>
          <a:xfrm>
            <a:off x="4160293" y="3028606"/>
            <a:ext cx="342192" cy="327140"/>
            <a:chOff x="7441465" y="2302860"/>
            <a:chExt cx="342192" cy="327140"/>
          </a:xfrm>
        </p:grpSpPr>
        <p:sp>
          <p:nvSpPr>
            <p:cNvPr id="19" name="Google Shape;8307;p58"/>
            <p:cNvSpPr/>
            <p:nvPr/>
          </p:nvSpPr>
          <p:spPr>
            <a:xfrm>
              <a:off x="7441465" y="2337727"/>
              <a:ext cx="299862" cy="292273"/>
            </a:xfrm>
            <a:custGeom>
              <a:avLst/>
              <a:gdLst/>
              <a:ahLst/>
              <a:cxnLst/>
              <a:rect l="l" t="t" r="r" b="b"/>
              <a:pathLst>
                <a:path w="9443" h="9204" extrusionOk="0">
                  <a:moveTo>
                    <a:pt x="8169" y="0"/>
                  </a:moveTo>
                  <a:cubicBezTo>
                    <a:pt x="7835" y="0"/>
                    <a:pt x="7514" y="131"/>
                    <a:pt x="7276" y="370"/>
                  </a:cubicBezTo>
                  <a:lnTo>
                    <a:pt x="6406" y="1251"/>
                  </a:lnTo>
                  <a:cubicBezTo>
                    <a:pt x="6347" y="1310"/>
                    <a:pt x="6347" y="1417"/>
                    <a:pt x="6406" y="1489"/>
                  </a:cubicBezTo>
                  <a:cubicBezTo>
                    <a:pt x="6436" y="1518"/>
                    <a:pt x="6475" y="1533"/>
                    <a:pt x="6517" y="1533"/>
                  </a:cubicBezTo>
                  <a:cubicBezTo>
                    <a:pt x="6558" y="1533"/>
                    <a:pt x="6603" y="1518"/>
                    <a:pt x="6645" y="1489"/>
                  </a:cubicBezTo>
                  <a:lnTo>
                    <a:pt x="7514" y="608"/>
                  </a:lnTo>
                  <a:cubicBezTo>
                    <a:pt x="7692" y="429"/>
                    <a:pt x="7930" y="346"/>
                    <a:pt x="8169" y="346"/>
                  </a:cubicBezTo>
                  <a:cubicBezTo>
                    <a:pt x="8430" y="346"/>
                    <a:pt x="8645" y="453"/>
                    <a:pt x="8823" y="608"/>
                  </a:cubicBezTo>
                  <a:cubicBezTo>
                    <a:pt x="9014" y="786"/>
                    <a:pt x="9097" y="1024"/>
                    <a:pt x="9097" y="1263"/>
                  </a:cubicBezTo>
                  <a:cubicBezTo>
                    <a:pt x="9097" y="1501"/>
                    <a:pt x="8990" y="1739"/>
                    <a:pt x="8823" y="1917"/>
                  </a:cubicBezTo>
                  <a:lnTo>
                    <a:pt x="7621" y="3132"/>
                  </a:lnTo>
                  <a:cubicBezTo>
                    <a:pt x="7502" y="2834"/>
                    <a:pt x="7323" y="2560"/>
                    <a:pt x="7109" y="2334"/>
                  </a:cubicBezTo>
                  <a:cubicBezTo>
                    <a:pt x="6639" y="1870"/>
                    <a:pt x="6022" y="1638"/>
                    <a:pt x="5408" y="1638"/>
                  </a:cubicBezTo>
                  <a:cubicBezTo>
                    <a:pt x="4793" y="1638"/>
                    <a:pt x="4180" y="1870"/>
                    <a:pt x="3716" y="2334"/>
                  </a:cubicBezTo>
                  <a:lnTo>
                    <a:pt x="941" y="5108"/>
                  </a:lnTo>
                  <a:cubicBezTo>
                    <a:pt x="1" y="6049"/>
                    <a:pt x="1" y="7561"/>
                    <a:pt x="941" y="8502"/>
                  </a:cubicBezTo>
                  <a:cubicBezTo>
                    <a:pt x="1406" y="8966"/>
                    <a:pt x="2025" y="9204"/>
                    <a:pt x="2644" y="9204"/>
                  </a:cubicBezTo>
                  <a:cubicBezTo>
                    <a:pt x="3251" y="9204"/>
                    <a:pt x="3870" y="8966"/>
                    <a:pt x="4335" y="8502"/>
                  </a:cubicBezTo>
                  <a:lnTo>
                    <a:pt x="5811" y="7025"/>
                  </a:lnTo>
                  <a:cubicBezTo>
                    <a:pt x="5871" y="6966"/>
                    <a:pt x="5871" y="6858"/>
                    <a:pt x="5811" y="6787"/>
                  </a:cubicBezTo>
                  <a:cubicBezTo>
                    <a:pt x="5783" y="6778"/>
                    <a:pt x="5750" y="6772"/>
                    <a:pt x="5716" y="6772"/>
                  </a:cubicBezTo>
                  <a:cubicBezTo>
                    <a:pt x="5662" y="6772"/>
                    <a:pt x="5605" y="6786"/>
                    <a:pt x="5561" y="6823"/>
                  </a:cubicBezTo>
                  <a:lnTo>
                    <a:pt x="4085" y="8299"/>
                  </a:lnTo>
                  <a:cubicBezTo>
                    <a:pt x="3692" y="8680"/>
                    <a:pt x="3180" y="8906"/>
                    <a:pt x="2620" y="8906"/>
                  </a:cubicBezTo>
                  <a:cubicBezTo>
                    <a:pt x="2073" y="8906"/>
                    <a:pt x="1549" y="8692"/>
                    <a:pt x="1168" y="8299"/>
                  </a:cubicBezTo>
                  <a:cubicBezTo>
                    <a:pt x="358" y="7489"/>
                    <a:pt x="358" y="6180"/>
                    <a:pt x="1168" y="5358"/>
                  </a:cubicBezTo>
                  <a:lnTo>
                    <a:pt x="3930" y="2596"/>
                  </a:lnTo>
                  <a:cubicBezTo>
                    <a:pt x="4323" y="2203"/>
                    <a:pt x="4847" y="1977"/>
                    <a:pt x="5394" y="1977"/>
                  </a:cubicBezTo>
                  <a:cubicBezTo>
                    <a:pt x="5942" y="1977"/>
                    <a:pt x="6466" y="2191"/>
                    <a:pt x="6847" y="2596"/>
                  </a:cubicBezTo>
                  <a:cubicBezTo>
                    <a:pt x="7073" y="2822"/>
                    <a:pt x="7252" y="3096"/>
                    <a:pt x="7359" y="3394"/>
                  </a:cubicBezTo>
                  <a:lnTo>
                    <a:pt x="6049" y="4703"/>
                  </a:lnTo>
                  <a:cubicBezTo>
                    <a:pt x="5871" y="4882"/>
                    <a:pt x="5633" y="4977"/>
                    <a:pt x="5394" y="4977"/>
                  </a:cubicBezTo>
                  <a:cubicBezTo>
                    <a:pt x="5156" y="4977"/>
                    <a:pt x="4918" y="4870"/>
                    <a:pt x="4740" y="4703"/>
                  </a:cubicBezTo>
                  <a:cubicBezTo>
                    <a:pt x="4644" y="4620"/>
                    <a:pt x="4573" y="4513"/>
                    <a:pt x="4525" y="4394"/>
                  </a:cubicBezTo>
                  <a:cubicBezTo>
                    <a:pt x="4507" y="4321"/>
                    <a:pt x="4440" y="4290"/>
                    <a:pt x="4378" y="4290"/>
                  </a:cubicBezTo>
                  <a:cubicBezTo>
                    <a:pt x="4359" y="4290"/>
                    <a:pt x="4340" y="4293"/>
                    <a:pt x="4323" y="4299"/>
                  </a:cubicBezTo>
                  <a:cubicBezTo>
                    <a:pt x="4239" y="4334"/>
                    <a:pt x="4204" y="4441"/>
                    <a:pt x="4228" y="4513"/>
                  </a:cubicBezTo>
                  <a:cubicBezTo>
                    <a:pt x="4287" y="4680"/>
                    <a:pt x="4394" y="4811"/>
                    <a:pt x="4513" y="4930"/>
                  </a:cubicBezTo>
                  <a:cubicBezTo>
                    <a:pt x="4751" y="5168"/>
                    <a:pt x="5061" y="5299"/>
                    <a:pt x="5406" y="5299"/>
                  </a:cubicBezTo>
                  <a:cubicBezTo>
                    <a:pt x="5752" y="5299"/>
                    <a:pt x="6061" y="5168"/>
                    <a:pt x="6299" y="4930"/>
                  </a:cubicBezTo>
                  <a:lnTo>
                    <a:pt x="9062" y="2155"/>
                  </a:lnTo>
                  <a:cubicBezTo>
                    <a:pt x="9300" y="1917"/>
                    <a:pt x="9443" y="1608"/>
                    <a:pt x="9443" y="1263"/>
                  </a:cubicBezTo>
                  <a:cubicBezTo>
                    <a:pt x="9443" y="929"/>
                    <a:pt x="9300" y="608"/>
                    <a:pt x="9062" y="370"/>
                  </a:cubicBezTo>
                  <a:cubicBezTo>
                    <a:pt x="8823" y="131"/>
                    <a:pt x="8514" y="0"/>
                    <a:pt x="816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20" name="Google Shape;8308;p58"/>
            <p:cNvSpPr/>
            <p:nvPr/>
          </p:nvSpPr>
          <p:spPr>
            <a:xfrm>
              <a:off x="7484588" y="2302860"/>
              <a:ext cx="299069" cy="293130"/>
            </a:xfrm>
            <a:custGeom>
              <a:avLst/>
              <a:gdLst/>
              <a:ahLst/>
              <a:cxnLst/>
              <a:rect l="l" t="t" r="r" b="b"/>
              <a:pathLst>
                <a:path w="9418" h="9231" extrusionOk="0">
                  <a:moveTo>
                    <a:pt x="6805" y="0"/>
                  </a:moveTo>
                  <a:cubicBezTo>
                    <a:pt x="6191" y="0"/>
                    <a:pt x="5578" y="235"/>
                    <a:pt x="5108" y="706"/>
                  </a:cubicBezTo>
                  <a:lnTo>
                    <a:pt x="3632" y="2170"/>
                  </a:lnTo>
                  <a:cubicBezTo>
                    <a:pt x="3572" y="2230"/>
                    <a:pt x="3572" y="2337"/>
                    <a:pt x="3632" y="2408"/>
                  </a:cubicBezTo>
                  <a:cubicBezTo>
                    <a:pt x="3661" y="2438"/>
                    <a:pt x="3703" y="2453"/>
                    <a:pt x="3746" y="2453"/>
                  </a:cubicBezTo>
                  <a:cubicBezTo>
                    <a:pt x="3789" y="2453"/>
                    <a:pt x="3834" y="2438"/>
                    <a:pt x="3870" y="2408"/>
                  </a:cubicBezTo>
                  <a:lnTo>
                    <a:pt x="5346" y="944"/>
                  </a:lnTo>
                  <a:cubicBezTo>
                    <a:pt x="5745" y="539"/>
                    <a:pt x="6272" y="336"/>
                    <a:pt x="6802" y="336"/>
                  </a:cubicBezTo>
                  <a:cubicBezTo>
                    <a:pt x="7331" y="336"/>
                    <a:pt x="7864" y="539"/>
                    <a:pt x="8275" y="944"/>
                  </a:cubicBezTo>
                  <a:cubicBezTo>
                    <a:pt x="9085" y="1741"/>
                    <a:pt x="9085" y="3051"/>
                    <a:pt x="8275" y="3873"/>
                  </a:cubicBezTo>
                  <a:lnTo>
                    <a:pt x="5513" y="6635"/>
                  </a:lnTo>
                  <a:cubicBezTo>
                    <a:pt x="5120" y="7028"/>
                    <a:pt x="4596" y="7254"/>
                    <a:pt x="4048" y="7254"/>
                  </a:cubicBezTo>
                  <a:cubicBezTo>
                    <a:pt x="3501" y="7254"/>
                    <a:pt x="2977" y="7040"/>
                    <a:pt x="2596" y="6635"/>
                  </a:cubicBezTo>
                  <a:cubicBezTo>
                    <a:pt x="2370" y="6421"/>
                    <a:pt x="2191" y="6135"/>
                    <a:pt x="2084" y="5837"/>
                  </a:cubicBezTo>
                  <a:lnTo>
                    <a:pt x="3393" y="4527"/>
                  </a:lnTo>
                  <a:cubicBezTo>
                    <a:pt x="3572" y="4349"/>
                    <a:pt x="3810" y="4254"/>
                    <a:pt x="4048" y="4254"/>
                  </a:cubicBezTo>
                  <a:cubicBezTo>
                    <a:pt x="4286" y="4254"/>
                    <a:pt x="4525" y="4361"/>
                    <a:pt x="4703" y="4527"/>
                  </a:cubicBezTo>
                  <a:cubicBezTo>
                    <a:pt x="4798" y="4611"/>
                    <a:pt x="4870" y="4718"/>
                    <a:pt x="4917" y="4837"/>
                  </a:cubicBezTo>
                  <a:cubicBezTo>
                    <a:pt x="4936" y="4910"/>
                    <a:pt x="5002" y="4941"/>
                    <a:pt x="5065" y="4941"/>
                  </a:cubicBezTo>
                  <a:cubicBezTo>
                    <a:pt x="5084" y="4941"/>
                    <a:pt x="5103" y="4938"/>
                    <a:pt x="5120" y="4932"/>
                  </a:cubicBezTo>
                  <a:cubicBezTo>
                    <a:pt x="5215" y="4897"/>
                    <a:pt x="5239" y="4789"/>
                    <a:pt x="5215" y="4718"/>
                  </a:cubicBezTo>
                  <a:cubicBezTo>
                    <a:pt x="5156" y="4551"/>
                    <a:pt x="5048" y="4420"/>
                    <a:pt x="4929" y="4301"/>
                  </a:cubicBezTo>
                  <a:cubicBezTo>
                    <a:pt x="4691" y="4063"/>
                    <a:pt x="4382" y="3932"/>
                    <a:pt x="4036" y="3932"/>
                  </a:cubicBezTo>
                  <a:cubicBezTo>
                    <a:pt x="3691" y="3932"/>
                    <a:pt x="3382" y="4063"/>
                    <a:pt x="3143" y="4301"/>
                  </a:cubicBezTo>
                  <a:lnTo>
                    <a:pt x="1786" y="5659"/>
                  </a:lnTo>
                  <a:cubicBezTo>
                    <a:pt x="1762" y="5670"/>
                    <a:pt x="1738" y="5682"/>
                    <a:pt x="1727" y="5718"/>
                  </a:cubicBezTo>
                  <a:lnTo>
                    <a:pt x="369" y="7075"/>
                  </a:lnTo>
                  <a:cubicBezTo>
                    <a:pt x="131" y="7314"/>
                    <a:pt x="0" y="7623"/>
                    <a:pt x="0" y="7968"/>
                  </a:cubicBezTo>
                  <a:cubicBezTo>
                    <a:pt x="0" y="8302"/>
                    <a:pt x="131" y="8623"/>
                    <a:pt x="369" y="8861"/>
                  </a:cubicBezTo>
                  <a:cubicBezTo>
                    <a:pt x="607" y="9099"/>
                    <a:pt x="929" y="9230"/>
                    <a:pt x="1262" y="9230"/>
                  </a:cubicBezTo>
                  <a:cubicBezTo>
                    <a:pt x="1608" y="9230"/>
                    <a:pt x="1917" y="9099"/>
                    <a:pt x="2155" y="8861"/>
                  </a:cubicBezTo>
                  <a:lnTo>
                    <a:pt x="3036" y="7980"/>
                  </a:lnTo>
                  <a:cubicBezTo>
                    <a:pt x="3096" y="7921"/>
                    <a:pt x="3096" y="7814"/>
                    <a:pt x="3036" y="7742"/>
                  </a:cubicBezTo>
                  <a:cubicBezTo>
                    <a:pt x="3006" y="7712"/>
                    <a:pt x="2965" y="7697"/>
                    <a:pt x="2922" y="7697"/>
                  </a:cubicBezTo>
                  <a:cubicBezTo>
                    <a:pt x="2879" y="7697"/>
                    <a:pt x="2834" y="7712"/>
                    <a:pt x="2798" y="7742"/>
                  </a:cubicBezTo>
                  <a:lnTo>
                    <a:pt x="1917" y="8623"/>
                  </a:lnTo>
                  <a:cubicBezTo>
                    <a:pt x="1738" y="8802"/>
                    <a:pt x="1500" y="8885"/>
                    <a:pt x="1262" y="8885"/>
                  </a:cubicBezTo>
                  <a:cubicBezTo>
                    <a:pt x="1012" y="8885"/>
                    <a:pt x="786" y="8778"/>
                    <a:pt x="607" y="8623"/>
                  </a:cubicBezTo>
                  <a:cubicBezTo>
                    <a:pt x="429" y="8445"/>
                    <a:pt x="345" y="8206"/>
                    <a:pt x="345" y="7968"/>
                  </a:cubicBezTo>
                  <a:cubicBezTo>
                    <a:pt x="345" y="7706"/>
                    <a:pt x="453" y="7492"/>
                    <a:pt x="607" y="7314"/>
                  </a:cubicBezTo>
                  <a:lnTo>
                    <a:pt x="1822" y="6099"/>
                  </a:lnTo>
                  <a:cubicBezTo>
                    <a:pt x="1941" y="6397"/>
                    <a:pt x="2119" y="6671"/>
                    <a:pt x="2334" y="6897"/>
                  </a:cubicBezTo>
                  <a:cubicBezTo>
                    <a:pt x="2786" y="7337"/>
                    <a:pt x="3393" y="7587"/>
                    <a:pt x="4036" y="7587"/>
                  </a:cubicBezTo>
                  <a:cubicBezTo>
                    <a:pt x="4679" y="7587"/>
                    <a:pt x="5287" y="7337"/>
                    <a:pt x="5727" y="6897"/>
                  </a:cubicBezTo>
                  <a:lnTo>
                    <a:pt x="8501" y="4123"/>
                  </a:lnTo>
                  <a:cubicBezTo>
                    <a:pt x="9418" y="3158"/>
                    <a:pt x="9418" y="1634"/>
                    <a:pt x="8501" y="706"/>
                  </a:cubicBezTo>
                  <a:cubicBezTo>
                    <a:pt x="8031" y="235"/>
                    <a:pt x="7418" y="0"/>
                    <a:pt x="680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</p:grpSp>
      <p:grpSp>
        <p:nvGrpSpPr>
          <p:cNvPr id="21" name="Google Shape;8309;p58"/>
          <p:cNvGrpSpPr/>
          <p:nvPr/>
        </p:nvGrpSpPr>
        <p:grpSpPr>
          <a:xfrm>
            <a:off x="4696498" y="2515954"/>
            <a:ext cx="332761" cy="234066"/>
            <a:chOff x="7989683" y="2350207"/>
            <a:chExt cx="332761" cy="234066"/>
          </a:xfrm>
        </p:grpSpPr>
        <p:sp>
          <p:nvSpPr>
            <p:cNvPr id="22" name="Google Shape;8310;p58"/>
            <p:cNvSpPr/>
            <p:nvPr/>
          </p:nvSpPr>
          <p:spPr>
            <a:xfrm>
              <a:off x="8258902" y="2396188"/>
              <a:ext cx="29119" cy="22101"/>
            </a:xfrm>
            <a:custGeom>
              <a:avLst/>
              <a:gdLst/>
              <a:ahLst/>
              <a:cxnLst/>
              <a:rect l="l" t="t" r="r" b="b"/>
              <a:pathLst>
                <a:path w="917" h="696" extrusionOk="0">
                  <a:moveTo>
                    <a:pt x="165" y="0"/>
                  </a:moveTo>
                  <a:cubicBezTo>
                    <a:pt x="114" y="0"/>
                    <a:pt x="64" y="22"/>
                    <a:pt x="36" y="64"/>
                  </a:cubicBezTo>
                  <a:cubicBezTo>
                    <a:pt x="0" y="148"/>
                    <a:pt x="12" y="243"/>
                    <a:pt x="84" y="291"/>
                  </a:cubicBezTo>
                  <a:cubicBezTo>
                    <a:pt x="262" y="410"/>
                    <a:pt x="441" y="529"/>
                    <a:pt x="631" y="660"/>
                  </a:cubicBezTo>
                  <a:cubicBezTo>
                    <a:pt x="667" y="684"/>
                    <a:pt x="691" y="695"/>
                    <a:pt x="726" y="695"/>
                  </a:cubicBezTo>
                  <a:cubicBezTo>
                    <a:pt x="762" y="695"/>
                    <a:pt x="834" y="660"/>
                    <a:pt x="857" y="624"/>
                  </a:cubicBezTo>
                  <a:cubicBezTo>
                    <a:pt x="917" y="565"/>
                    <a:pt x="893" y="457"/>
                    <a:pt x="810" y="398"/>
                  </a:cubicBezTo>
                  <a:cubicBezTo>
                    <a:pt x="619" y="267"/>
                    <a:pt x="441" y="148"/>
                    <a:pt x="262" y="29"/>
                  </a:cubicBezTo>
                  <a:cubicBezTo>
                    <a:pt x="234" y="10"/>
                    <a:pt x="199" y="0"/>
                    <a:pt x="16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23" name="Google Shape;8311;p58"/>
            <p:cNvSpPr/>
            <p:nvPr/>
          </p:nvSpPr>
          <p:spPr>
            <a:xfrm>
              <a:off x="8051320" y="2350207"/>
              <a:ext cx="194753" cy="49919"/>
            </a:xfrm>
            <a:custGeom>
              <a:avLst/>
              <a:gdLst/>
              <a:ahLst/>
              <a:cxnLst/>
              <a:rect l="l" t="t" r="r" b="b"/>
              <a:pathLst>
                <a:path w="6133" h="1572" extrusionOk="0">
                  <a:moveTo>
                    <a:pt x="3299" y="0"/>
                  </a:moveTo>
                  <a:cubicBezTo>
                    <a:pt x="2501" y="0"/>
                    <a:pt x="1441" y="417"/>
                    <a:pt x="108" y="1274"/>
                  </a:cubicBezTo>
                  <a:cubicBezTo>
                    <a:pt x="24" y="1322"/>
                    <a:pt x="1" y="1429"/>
                    <a:pt x="60" y="1501"/>
                  </a:cubicBezTo>
                  <a:cubicBezTo>
                    <a:pt x="84" y="1548"/>
                    <a:pt x="144" y="1572"/>
                    <a:pt x="191" y="1572"/>
                  </a:cubicBezTo>
                  <a:cubicBezTo>
                    <a:pt x="227" y="1572"/>
                    <a:pt x="251" y="1560"/>
                    <a:pt x="286" y="1548"/>
                  </a:cubicBezTo>
                  <a:cubicBezTo>
                    <a:pt x="1572" y="727"/>
                    <a:pt x="2560" y="322"/>
                    <a:pt x="3299" y="322"/>
                  </a:cubicBezTo>
                  <a:cubicBezTo>
                    <a:pt x="3954" y="322"/>
                    <a:pt x="4787" y="643"/>
                    <a:pt x="5859" y="1262"/>
                  </a:cubicBezTo>
                  <a:cubicBezTo>
                    <a:pt x="5885" y="1277"/>
                    <a:pt x="5912" y="1284"/>
                    <a:pt x="5939" y="1284"/>
                  </a:cubicBezTo>
                  <a:cubicBezTo>
                    <a:pt x="5997" y="1284"/>
                    <a:pt x="6052" y="1252"/>
                    <a:pt x="6085" y="1203"/>
                  </a:cubicBezTo>
                  <a:cubicBezTo>
                    <a:pt x="6132" y="1131"/>
                    <a:pt x="6097" y="1024"/>
                    <a:pt x="6025" y="977"/>
                  </a:cubicBezTo>
                  <a:cubicBezTo>
                    <a:pt x="4906" y="322"/>
                    <a:pt x="4013" y="0"/>
                    <a:pt x="329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24" name="Google Shape;8312;p58"/>
            <p:cNvSpPr/>
            <p:nvPr/>
          </p:nvSpPr>
          <p:spPr>
            <a:xfrm>
              <a:off x="7989683" y="2378183"/>
              <a:ext cx="332761" cy="206090"/>
            </a:xfrm>
            <a:custGeom>
              <a:avLst/>
              <a:gdLst/>
              <a:ahLst/>
              <a:cxnLst/>
              <a:rect l="l" t="t" r="r" b="b"/>
              <a:pathLst>
                <a:path w="10479" h="6490" extrusionOk="0">
                  <a:moveTo>
                    <a:pt x="5240" y="334"/>
                  </a:moveTo>
                  <a:cubicBezTo>
                    <a:pt x="6597" y="334"/>
                    <a:pt x="9276" y="2453"/>
                    <a:pt x="10086" y="3096"/>
                  </a:cubicBezTo>
                  <a:cubicBezTo>
                    <a:pt x="10121" y="3132"/>
                    <a:pt x="10157" y="3179"/>
                    <a:pt x="10157" y="3239"/>
                  </a:cubicBezTo>
                  <a:cubicBezTo>
                    <a:pt x="10157" y="3298"/>
                    <a:pt x="10121" y="3346"/>
                    <a:pt x="10086" y="3394"/>
                  </a:cubicBezTo>
                  <a:cubicBezTo>
                    <a:pt x="9288" y="4025"/>
                    <a:pt x="6597" y="6144"/>
                    <a:pt x="5240" y="6144"/>
                  </a:cubicBezTo>
                  <a:cubicBezTo>
                    <a:pt x="3894" y="6144"/>
                    <a:pt x="1215" y="4025"/>
                    <a:pt x="406" y="3394"/>
                  </a:cubicBezTo>
                  <a:cubicBezTo>
                    <a:pt x="358" y="3346"/>
                    <a:pt x="334" y="3298"/>
                    <a:pt x="334" y="3239"/>
                  </a:cubicBezTo>
                  <a:cubicBezTo>
                    <a:pt x="334" y="3179"/>
                    <a:pt x="358" y="3120"/>
                    <a:pt x="406" y="3096"/>
                  </a:cubicBezTo>
                  <a:cubicBezTo>
                    <a:pt x="1192" y="2453"/>
                    <a:pt x="3894" y="334"/>
                    <a:pt x="5240" y="334"/>
                  </a:cubicBezTo>
                  <a:close/>
                  <a:moveTo>
                    <a:pt x="5240" y="0"/>
                  </a:moveTo>
                  <a:cubicBezTo>
                    <a:pt x="3811" y="0"/>
                    <a:pt x="1239" y="1977"/>
                    <a:pt x="191" y="2822"/>
                  </a:cubicBezTo>
                  <a:cubicBezTo>
                    <a:pt x="84" y="2929"/>
                    <a:pt x="1" y="3072"/>
                    <a:pt x="1" y="3239"/>
                  </a:cubicBezTo>
                  <a:cubicBezTo>
                    <a:pt x="1" y="3406"/>
                    <a:pt x="84" y="3548"/>
                    <a:pt x="191" y="3656"/>
                  </a:cubicBezTo>
                  <a:cubicBezTo>
                    <a:pt x="1239" y="4501"/>
                    <a:pt x="3811" y="6489"/>
                    <a:pt x="5240" y="6489"/>
                  </a:cubicBezTo>
                  <a:cubicBezTo>
                    <a:pt x="6657" y="6489"/>
                    <a:pt x="9252" y="4501"/>
                    <a:pt x="10288" y="3656"/>
                  </a:cubicBezTo>
                  <a:cubicBezTo>
                    <a:pt x="10407" y="3548"/>
                    <a:pt x="10478" y="3406"/>
                    <a:pt x="10478" y="3239"/>
                  </a:cubicBezTo>
                  <a:cubicBezTo>
                    <a:pt x="10478" y="3072"/>
                    <a:pt x="10407" y="2929"/>
                    <a:pt x="10288" y="2822"/>
                  </a:cubicBezTo>
                  <a:cubicBezTo>
                    <a:pt x="9252" y="1977"/>
                    <a:pt x="6668" y="0"/>
                    <a:pt x="524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25" name="Google Shape;8313;p58"/>
            <p:cNvSpPr/>
            <p:nvPr/>
          </p:nvSpPr>
          <p:spPr>
            <a:xfrm>
              <a:off x="8081201" y="2405746"/>
              <a:ext cx="151598" cy="149884"/>
            </a:xfrm>
            <a:custGeom>
              <a:avLst/>
              <a:gdLst/>
              <a:ahLst/>
              <a:cxnLst/>
              <a:rect l="l" t="t" r="r" b="b"/>
              <a:pathLst>
                <a:path w="4774" h="4720" extrusionOk="0">
                  <a:moveTo>
                    <a:pt x="2351" y="1"/>
                  </a:moveTo>
                  <a:cubicBezTo>
                    <a:pt x="2329" y="1"/>
                    <a:pt x="2308" y="1"/>
                    <a:pt x="2286" y="2"/>
                  </a:cubicBezTo>
                  <a:cubicBezTo>
                    <a:pt x="1048" y="49"/>
                    <a:pt x="36" y="1049"/>
                    <a:pt x="12" y="2288"/>
                  </a:cubicBezTo>
                  <a:cubicBezTo>
                    <a:pt x="0" y="2907"/>
                    <a:pt x="203" y="3478"/>
                    <a:pt x="572" y="3907"/>
                  </a:cubicBezTo>
                  <a:cubicBezTo>
                    <a:pt x="602" y="3943"/>
                    <a:pt x="646" y="3960"/>
                    <a:pt x="691" y="3960"/>
                  </a:cubicBezTo>
                  <a:cubicBezTo>
                    <a:pt x="735" y="3960"/>
                    <a:pt x="780" y="3943"/>
                    <a:pt x="810" y="3907"/>
                  </a:cubicBezTo>
                  <a:cubicBezTo>
                    <a:pt x="869" y="3847"/>
                    <a:pt x="869" y="3740"/>
                    <a:pt x="810" y="3681"/>
                  </a:cubicBezTo>
                  <a:cubicBezTo>
                    <a:pt x="488" y="3312"/>
                    <a:pt x="310" y="2800"/>
                    <a:pt x="322" y="2264"/>
                  </a:cubicBezTo>
                  <a:cubicBezTo>
                    <a:pt x="369" y="1228"/>
                    <a:pt x="1215" y="383"/>
                    <a:pt x="2262" y="335"/>
                  </a:cubicBezTo>
                  <a:cubicBezTo>
                    <a:pt x="2297" y="333"/>
                    <a:pt x="2332" y="332"/>
                    <a:pt x="2366" y="332"/>
                  </a:cubicBezTo>
                  <a:cubicBezTo>
                    <a:pt x="3487" y="332"/>
                    <a:pt x="4416" y="1263"/>
                    <a:pt x="4382" y="2407"/>
                  </a:cubicBezTo>
                  <a:cubicBezTo>
                    <a:pt x="4370" y="3478"/>
                    <a:pt x="3489" y="4347"/>
                    <a:pt x="2417" y="4395"/>
                  </a:cubicBezTo>
                  <a:cubicBezTo>
                    <a:pt x="2394" y="4396"/>
                    <a:pt x="2371" y="4396"/>
                    <a:pt x="2348" y="4396"/>
                  </a:cubicBezTo>
                  <a:cubicBezTo>
                    <a:pt x="2003" y="4396"/>
                    <a:pt x="1671" y="4313"/>
                    <a:pt x="1381" y="4157"/>
                  </a:cubicBezTo>
                  <a:cubicBezTo>
                    <a:pt x="1355" y="4141"/>
                    <a:pt x="1323" y="4132"/>
                    <a:pt x="1290" y="4132"/>
                  </a:cubicBezTo>
                  <a:cubicBezTo>
                    <a:pt x="1248" y="4132"/>
                    <a:pt x="1206" y="4147"/>
                    <a:pt x="1179" y="4181"/>
                  </a:cubicBezTo>
                  <a:cubicBezTo>
                    <a:pt x="1108" y="4264"/>
                    <a:pt x="1119" y="4395"/>
                    <a:pt x="1227" y="4443"/>
                  </a:cubicBezTo>
                  <a:cubicBezTo>
                    <a:pt x="1540" y="4615"/>
                    <a:pt x="1902" y="4720"/>
                    <a:pt x="2287" y="4720"/>
                  </a:cubicBezTo>
                  <a:cubicBezTo>
                    <a:pt x="2326" y="4720"/>
                    <a:pt x="2366" y="4719"/>
                    <a:pt x="2405" y="4716"/>
                  </a:cubicBezTo>
                  <a:cubicBezTo>
                    <a:pt x="3655" y="4693"/>
                    <a:pt x="4679" y="3681"/>
                    <a:pt x="4715" y="2442"/>
                  </a:cubicBezTo>
                  <a:cubicBezTo>
                    <a:pt x="4774" y="1095"/>
                    <a:pt x="3690" y="1"/>
                    <a:pt x="235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26" name="Google Shape;8314;p58"/>
            <p:cNvSpPr/>
            <p:nvPr/>
          </p:nvSpPr>
          <p:spPr>
            <a:xfrm>
              <a:off x="8115973" y="2440550"/>
              <a:ext cx="80562" cy="80213"/>
            </a:xfrm>
            <a:custGeom>
              <a:avLst/>
              <a:gdLst/>
              <a:ahLst/>
              <a:cxnLst/>
              <a:rect l="l" t="t" r="r" b="b"/>
              <a:pathLst>
                <a:path w="2537" h="2526" extrusionOk="0">
                  <a:moveTo>
                    <a:pt x="1263" y="1"/>
                  </a:moveTo>
                  <a:cubicBezTo>
                    <a:pt x="572" y="1"/>
                    <a:pt x="1" y="561"/>
                    <a:pt x="1" y="1263"/>
                  </a:cubicBezTo>
                  <a:cubicBezTo>
                    <a:pt x="1" y="1965"/>
                    <a:pt x="572" y="2525"/>
                    <a:pt x="1263" y="2525"/>
                  </a:cubicBezTo>
                  <a:cubicBezTo>
                    <a:pt x="1965" y="2525"/>
                    <a:pt x="2537" y="1965"/>
                    <a:pt x="2537" y="1263"/>
                  </a:cubicBezTo>
                  <a:cubicBezTo>
                    <a:pt x="2537" y="1168"/>
                    <a:pt x="2453" y="1096"/>
                    <a:pt x="2370" y="1096"/>
                  </a:cubicBezTo>
                  <a:cubicBezTo>
                    <a:pt x="2275" y="1096"/>
                    <a:pt x="2203" y="1168"/>
                    <a:pt x="2203" y="1263"/>
                  </a:cubicBezTo>
                  <a:cubicBezTo>
                    <a:pt x="2203" y="1787"/>
                    <a:pt x="1787" y="2204"/>
                    <a:pt x="1263" y="2204"/>
                  </a:cubicBezTo>
                  <a:cubicBezTo>
                    <a:pt x="751" y="2204"/>
                    <a:pt x="334" y="1787"/>
                    <a:pt x="334" y="1263"/>
                  </a:cubicBezTo>
                  <a:cubicBezTo>
                    <a:pt x="334" y="739"/>
                    <a:pt x="751" y="322"/>
                    <a:pt x="1263" y="322"/>
                  </a:cubicBezTo>
                  <a:cubicBezTo>
                    <a:pt x="1358" y="322"/>
                    <a:pt x="1429" y="251"/>
                    <a:pt x="1429" y="156"/>
                  </a:cubicBezTo>
                  <a:cubicBezTo>
                    <a:pt x="1429" y="72"/>
                    <a:pt x="1358" y="1"/>
                    <a:pt x="126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27" name="Google Shape;8315;p58"/>
            <p:cNvSpPr/>
            <p:nvPr/>
          </p:nvSpPr>
          <p:spPr>
            <a:xfrm>
              <a:off x="8164749" y="2447377"/>
              <a:ext cx="24610" cy="24610"/>
            </a:xfrm>
            <a:custGeom>
              <a:avLst/>
              <a:gdLst/>
              <a:ahLst/>
              <a:cxnLst/>
              <a:rect l="l" t="t" r="r" b="b"/>
              <a:pathLst>
                <a:path w="775" h="775" extrusionOk="0">
                  <a:moveTo>
                    <a:pt x="382" y="0"/>
                  </a:moveTo>
                  <a:cubicBezTo>
                    <a:pt x="179" y="0"/>
                    <a:pt x="1" y="179"/>
                    <a:pt x="1" y="393"/>
                  </a:cubicBezTo>
                  <a:cubicBezTo>
                    <a:pt x="1" y="596"/>
                    <a:pt x="179" y="774"/>
                    <a:pt x="382" y="774"/>
                  </a:cubicBezTo>
                  <a:cubicBezTo>
                    <a:pt x="596" y="774"/>
                    <a:pt x="774" y="596"/>
                    <a:pt x="774" y="393"/>
                  </a:cubicBezTo>
                  <a:cubicBezTo>
                    <a:pt x="774" y="179"/>
                    <a:pt x="608" y="0"/>
                    <a:pt x="38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</p:grpSp>
      <p:grpSp>
        <p:nvGrpSpPr>
          <p:cNvPr id="28" name="Google Shape;8361;p58"/>
          <p:cNvGrpSpPr/>
          <p:nvPr/>
        </p:nvGrpSpPr>
        <p:grpSpPr>
          <a:xfrm>
            <a:off x="4133658" y="2484833"/>
            <a:ext cx="380393" cy="363118"/>
            <a:chOff x="4126815" y="2760704"/>
            <a:chExt cx="380393" cy="363118"/>
          </a:xfrm>
        </p:grpSpPr>
        <p:sp>
          <p:nvSpPr>
            <p:cNvPr id="29" name="Google Shape;8362;p58"/>
            <p:cNvSpPr/>
            <p:nvPr/>
          </p:nvSpPr>
          <p:spPr>
            <a:xfrm>
              <a:off x="4219825" y="2822435"/>
              <a:ext cx="103267" cy="29056"/>
            </a:xfrm>
            <a:custGeom>
              <a:avLst/>
              <a:gdLst/>
              <a:ahLst/>
              <a:cxnLst/>
              <a:rect l="l" t="t" r="r" b="b"/>
              <a:pathLst>
                <a:path w="3252" h="915" extrusionOk="0">
                  <a:moveTo>
                    <a:pt x="1620" y="0"/>
                  </a:moveTo>
                  <a:cubicBezTo>
                    <a:pt x="1025" y="0"/>
                    <a:pt x="477" y="215"/>
                    <a:pt x="60" y="631"/>
                  </a:cubicBezTo>
                  <a:cubicBezTo>
                    <a:pt x="1" y="691"/>
                    <a:pt x="1" y="810"/>
                    <a:pt x="60" y="869"/>
                  </a:cubicBezTo>
                  <a:cubicBezTo>
                    <a:pt x="90" y="899"/>
                    <a:pt x="132" y="914"/>
                    <a:pt x="175" y="914"/>
                  </a:cubicBezTo>
                  <a:cubicBezTo>
                    <a:pt x="218" y="914"/>
                    <a:pt x="263" y="899"/>
                    <a:pt x="298" y="869"/>
                  </a:cubicBezTo>
                  <a:cubicBezTo>
                    <a:pt x="656" y="512"/>
                    <a:pt x="1120" y="322"/>
                    <a:pt x="1620" y="322"/>
                  </a:cubicBezTo>
                  <a:cubicBezTo>
                    <a:pt x="2132" y="322"/>
                    <a:pt x="2596" y="512"/>
                    <a:pt x="2953" y="869"/>
                  </a:cubicBezTo>
                  <a:cubicBezTo>
                    <a:pt x="2983" y="899"/>
                    <a:pt x="3028" y="914"/>
                    <a:pt x="3073" y="914"/>
                  </a:cubicBezTo>
                  <a:cubicBezTo>
                    <a:pt x="3117" y="914"/>
                    <a:pt x="3162" y="899"/>
                    <a:pt x="3192" y="869"/>
                  </a:cubicBezTo>
                  <a:cubicBezTo>
                    <a:pt x="3251" y="810"/>
                    <a:pt x="3251" y="691"/>
                    <a:pt x="3192" y="631"/>
                  </a:cubicBezTo>
                  <a:cubicBezTo>
                    <a:pt x="2775" y="215"/>
                    <a:pt x="2215" y="0"/>
                    <a:pt x="162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30" name="Google Shape;8363;p58"/>
            <p:cNvSpPr/>
            <p:nvPr/>
          </p:nvSpPr>
          <p:spPr>
            <a:xfrm>
              <a:off x="4126815" y="2760704"/>
              <a:ext cx="380393" cy="363118"/>
            </a:xfrm>
            <a:custGeom>
              <a:avLst/>
              <a:gdLst/>
              <a:ahLst/>
              <a:cxnLst/>
              <a:rect l="l" t="t" r="r" b="b"/>
              <a:pathLst>
                <a:path w="11979" h="11435" extrusionOk="0">
                  <a:moveTo>
                    <a:pt x="7621" y="6921"/>
                  </a:moveTo>
                  <a:lnTo>
                    <a:pt x="8061" y="7373"/>
                  </a:lnTo>
                  <a:lnTo>
                    <a:pt x="7787" y="7659"/>
                  </a:lnTo>
                  <a:lnTo>
                    <a:pt x="7335" y="7207"/>
                  </a:lnTo>
                  <a:cubicBezTo>
                    <a:pt x="7442" y="7123"/>
                    <a:pt x="7526" y="7016"/>
                    <a:pt x="7621" y="6921"/>
                  </a:cubicBezTo>
                  <a:close/>
                  <a:moveTo>
                    <a:pt x="4552" y="328"/>
                  </a:moveTo>
                  <a:cubicBezTo>
                    <a:pt x="5525" y="328"/>
                    <a:pt x="6496" y="700"/>
                    <a:pt x="7228" y="1444"/>
                  </a:cubicBezTo>
                  <a:cubicBezTo>
                    <a:pt x="8645" y="2861"/>
                    <a:pt x="8704" y="5076"/>
                    <a:pt x="7466" y="6564"/>
                  </a:cubicBezTo>
                  <a:cubicBezTo>
                    <a:pt x="7311" y="6766"/>
                    <a:pt x="7156" y="6909"/>
                    <a:pt x="6978" y="7064"/>
                  </a:cubicBezTo>
                  <a:cubicBezTo>
                    <a:pt x="6279" y="7651"/>
                    <a:pt x="5417" y="7944"/>
                    <a:pt x="4554" y="7944"/>
                  </a:cubicBezTo>
                  <a:cubicBezTo>
                    <a:pt x="3579" y="7944"/>
                    <a:pt x="2603" y="7571"/>
                    <a:pt x="1858" y="6826"/>
                  </a:cubicBezTo>
                  <a:cubicBezTo>
                    <a:pt x="370" y="5338"/>
                    <a:pt x="370" y="2921"/>
                    <a:pt x="1858" y="1444"/>
                  </a:cubicBezTo>
                  <a:cubicBezTo>
                    <a:pt x="2602" y="700"/>
                    <a:pt x="3579" y="328"/>
                    <a:pt x="4552" y="328"/>
                  </a:cubicBezTo>
                  <a:close/>
                  <a:moveTo>
                    <a:pt x="8518" y="7440"/>
                  </a:moveTo>
                  <a:cubicBezTo>
                    <a:pt x="8550" y="7440"/>
                    <a:pt x="8580" y="7453"/>
                    <a:pt x="8597" y="7481"/>
                  </a:cubicBezTo>
                  <a:lnTo>
                    <a:pt x="9061" y="7897"/>
                  </a:lnTo>
                  <a:lnTo>
                    <a:pt x="8276" y="8683"/>
                  </a:lnTo>
                  <a:lnTo>
                    <a:pt x="7883" y="8195"/>
                  </a:lnTo>
                  <a:cubicBezTo>
                    <a:pt x="7847" y="8135"/>
                    <a:pt x="7847" y="8052"/>
                    <a:pt x="7883" y="8016"/>
                  </a:cubicBezTo>
                  <a:lnTo>
                    <a:pt x="8418" y="7481"/>
                  </a:lnTo>
                  <a:cubicBezTo>
                    <a:pt x="8444" y="7456"/>
                    <a:pt x="8482" y="7440"/>
                    <a:pt x="8518" y="7440"/>
                  </a:cubicBezTo>
                  <a:close/>
                  <a:moveTo>
                    <a:pt x="9335" y="8100"/>
                  </a:moveTo>
                  <a:lnTo>
                    <a:pt x="11252" y="9779"/>
                  </a:lnTo>
                  <a:cubicBezTo>
                    <a:pt x="11574" y="10064"/>
                    <a:pt x="11597" y="10576"/>
                    <a:pt x="11276" y="10886"/>
                  </a:cubicBezTo>
                  <a:cubicBezTo>
                    <a:pt x="11128" y="11033"/>
                    <a:pt x="10940" y="11105"/>
                    <a:pt x="10752" y="11105"/>
                  </a:cubicBezTo>
                  <a:cubicBezTo>
                    <a:pt x="10544" y="11105"/>
                    <a:pt x="10336" y="11018"/>
                    <a:pt x="10181" y="10850"/>
                  </a:cubicBezTo>
                  <a:lnTo>
                    <a:pt x="8514" y="8921"/>
                  </a:lnTo>
                  <a:lnTo>
                    <a:pt x="9335" y="8100"/>
                  </a:lnTo>
                  <a:close/>
                  <a:moveTo>
                    <a:pt x="4543" y="1"/>
                  </a:moveTo>
                  <a:cubicBezTo>
                    <a:pt x="3483" y="1"/>
                    <a:pt x="2424" y="402"/>
                    <a:pt x="1620" y="1206"/>
                  </a:cubicBezTo>
                  <a:cubicBezTo>
                    <a:pt x="1" y="2837"/>
                    <a:pt x="1" y="5457"/>
                    <a:pt x="1620" y="7064"/>
                  </a:cubicBezTo>
                  <a:cubicBezTo>
                    <a:pt x="2431" y="7875"/>
                    <a:pt x="3489" y="8272"/>
                    <a:pt x="4543" y="8272"/>
                  </a:cubicBezTo>
                  <a:cubicBezTo>
                    <a:pt x="5440" y="8272"/>
                    <a:pt x="6334" y="7985"/>
                    <a:pt x="7073" y="7421"/>
                  </a:cubicBezTo>
                  <a:lnTo>
                    <a:pt x="7561" y="7909"/>
                  </a:lnTo>
                  <a:cubicBezTo>
                    <a:pt x="7490" y="8076"/>
                    <a:pt x="7502" y="8278"/>
                    <a:pt x="7633" y="8409"/>
                  </a:cubicBezTo>
                  <a:lnTo>
                    <a:pt x="9954" y="11064"/>
                  </a:lnTo>
                  <a:cubicBezTo>
                    <a:pt x="10171" y="11312"/>
                    <a:pt x="10471" y="11434"/>
                    <a:pt x="10771" y="11434"/>
                  </a:cubicBezTo>
                  <a:cubicBezTo>
                    <a:pt x="11049" y="11434"/>
                    <a:pt x="11326" y="11330"/>
                    <a:pt x="11538" y="11124"/>
                  </a:cubicBezTo>
                  <a:cubicBezTo>
                    <a:pt x="11978" y="10671"/>
                    <a:pt x="11955" y="9945"/>
                    <a:pt x="11478" y="9540"/>
                  </a:cubicBezTo>
                  <a:lnTo>
                    <a:pt x="8823" y="7219"/>
                  </a:lnTo>
                  <a:cubicBezTo>
                    <a:pt x="8737" y="7139"/>
                    <a:pt x="8629" y="7104"/>
                    <a:pt x="8522" y="7104"/>
                  </a:cubicBezTo>
                  <a:cubicBezTo>
                    <a:pt x="8453" y="7104"/>
                    <a:pt x="8384" y="7119"/>
                    <a:pt x="8323" y="7147"/>
                  </a:cubicBezTo>
                  <a:lnTo>
                    <a:pt x="7823" y="6659"/>
                  </a:lnTo>
                  <a:cubicBezTo>
                    <a:pt x="9073" y="5052"/>
                    <a:pt x="8978" y="2694"/>
                    <a:pt x="7466" y="1206"/>
                  </a:cubicBezTo>
                  <a:cubicBezTo>
                    <a:pt x="6662" y="402"/>
                    <a:pt x="5603" y="1"/>
                    <a:pt x="454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31" name="Google Shape;8364;p58"/>
            <p:cNvSpPr/>
            <p:nvPr/>
          </p:nvSpPr>
          <p:spPr>
            <a:xfrm>
              <a:off x="4278826" y="2791379"/>
              <a:ext cx="103998" cy="201962"/>
            </a:xfrm>
            <a:custGeom>
              <a:avLst/>
              <a:gdLst/>
              <a:ahLst/>
              <a:cxnLst/>
              <a:rect l="l" t="t" r="r" b="b"/>
              <a:pathLst>
                <a:path w="3275" h="6360" extrusionOk="0">
                  <a:moveTo>
                    <a:pt x="191" y="0"/>
                  </a:moveTo>
                  <a:cubicBezTo>
                    <a:pt x="106" y="0"/>
                    <a:pt x="35" y="59"/>
                    <a:pt x="24" y="157"/>
                  </a:cubicBezTo>
                  <a:cubicBezTo>
                    <a:pt x="0" y="264"/>
                    <a:pt x="60" y="335"/>
                    <a:pt x="167" y="347"/>
                  </a:cubicBezTo>
                  <a:cubicBezTo>
                    <a:pt x="798" y="442"/>
                    <a:pt x="1345" y="716"/>
                    <a:pt x="1786" y="1169"/>
                  </a:cubicBezTo>
                  <a:cubicBezTo>
                    <a:pt x="2905" y="2288"/>
                    <a:pt x="2905" y="4110"/>
                    <a:pt x="1786" y="5229"/>
                  </a:cubicBezTo>
                  <a:cubicBezTo>
                    <a:pt x="1345" y="5645"/>
                    <a:pt x="774" y="5931"/>
                    <a:pt x="167" y="6015"/>
                  </a:cubicBezTo>
                  <a:cubicBezTo>
                    <a:pt x="83" y="6038"/>
                    <a:pt x="24" y="6122"/>
                    <a:pt x="24" y="6217"/>
                  </a:cubicBezTo>
                  <a:cubicBezTo>
                    <a:pt x="36" y="6300"/>
                    <a:pt x="107" y="6360"/>
                    <a:pt x="179" y="6360"/>
                  </a:cubicBezTo>
                  <a:lnTo>
                    <a:pt x="214" y="6360"/>
                  </a:lnTo>
                  <a:cubicBezTo>
                    <a:pt x="917" y="6253"/>
                    <a:pt x="1536" y="5943"/>
                    <a:pt x="2024" y="5455"/>
                  </a:cubicBezTo>
                  <a:cubicBezTo>
                    <a:pt x="3274" y="4205"/>
                    <a:pt x="3274" y="2169"/>
                    <a:pt x="2024" y="919"/>
                  </a:cubicBezTo>
                  <a:cubicBezTo>
                    <a:pt x="1536" y="419"/>
                    <a:pt x="917" y="109"/>
                    <a:pt x="214" y="2"/>
                  </a:cubicBezTo>
                  <a:cubicBezTo>
                    <a:pt x="206" y="1"/>
                    <a:pt x="198" y="0"/>
                    <a:pt x="19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32" name="Google Shape;8365;p58"/>
            <p:cNvSpPr/>
            <p:nvPr/>
          </p:nvSpPr>
          <p:spPr>
            <a:xfrm>
              <a:off x="4159332" y="2791379"/>
              <a:ext cx="105903" cy="201962"/>
            </a:xfrm>
            <a:custGeom>
              <a:avLst/>
              <a:gdLst/>
              <a:ahLst/>
              <a:cxnLst/>
              <a:rect l="l" t="t" r="r" b="b"/>
              <a:pathLst>
                <a:path w="3335" h="6360" extrusionOk="0">
                  <a:moveTo>
                    <a:pt x="3162" y="1"/>
                  </a:moveTo>
                  <a:cubicBezTo>
                    <a:pt x="3156" y="1"/>
                    <a:pt x="3150" y="1"/>
                    <a:pt x="3144" y="2"/>
                  </a:cubicBezTo>
                  <a:cubicBezTo>
                    <a:pt x="2430" y="61"/>
                    <a:pt x="1775" y="383"/>
                    <a:pt x="1251" y="895"/>
                  </a:cubicBezTo>
                  <a:cubicBezTo>
                    <a:pt x="1" y="2145"/>
                    <a:pt x="1" y="4193"/>
                    <a:pt x="1251" y="5443"/>
                  </a:cubicBezTo>
                  <a:cubicBezTo>
                    <a:pt x="1775" y="5955"/>
                    <a:pt x="2430" y="6277"/>
                    <a:pt x="3144" y="6360"/>
                  </a:cubicBezTo>
                  <a:lnTo>
                    <a:pt x="3156" y="6360"/>
                  </a:lnTo>
                  <a:cubicBezTo>
                    <a:pt x="3251" y="6360"/>
                    <a:pt x="3311" y="6300"/>
                    <a:pt x="3323" y="6217"/>
                  </a:cubicBezTo>
                  <a:cubicBezTo>
                    <a:pt x="3334" y="6122"/>
                    <a:pt x="3263" y="6038"/>
                    <a:pt x="3168" y="6038"/>
                  </a:cubicBezTo>
                  <a:cubicBezTo>
                    <a:pt x="2537" y="5955"/>
                    <a:pt x="1941" y="5681"/>
                    <a:pt x="1477" y="5217"/>
                  </a:cubicBezTo>
                  <a:cubicBezTo>
                    <a:pt x="358" y="4098"/>
                    <a:pt x="358" y="2264"/>
                    <a:pt x="1477" y="1157"/>
                  </a:cubicBezTo>
                  <a:cubicBezTo>
                    <a:pt x="1941" y="692"/>
                    <a:pt x="2513" y="407"/>
                    <a:pt x="3168" y="335"/>
                  </a:cubicBezTo>
                  <a:cubicBezTo>
                    <a:pt x="3263" y="311"/>
                    <a:pt x="3334" y="240"/>
                    <a:pt x="3323" y="157"/>
                  </a:cubicBezTo>
                  <a:cubicBezTo>
                    <a:pt x="3312" y="68"/>
                    <a:pt x="3239" y="1"/>
                    <a:pt x="316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</p:grpSp>
      <p:sp>
        <p:nvSpPr>
          <p:cNvPr id="33" name="Google Shape;8395;p58"/>
          <p:cNvSpPr/>
          <p:nvPr/>
        </p:nvSpPr>
        <p:spPr>
          <a:xfrm>
            <a:off x="3184956" y="3040754"/>
            <a:ext cx="343335" cy="343303"/>
          </a:xfrm>
          <a:custGeom>
            <a:avLst/>
            <a:gdLst/>
            <a:ahLst/>
            <a:cxnLst/>
            <a:rect l="l" t="t" r="r" b="b"/>
            <a:pathLst>
              <a:path w="10812" h="10811" extrusionOk="0">
                <a:moveTo>
                  <a:pt x="2769" y="2858"/>
                </a:moveTo>
                <a:cubicBezTo>
                  <a:pt x="2830" y="2858"/>
                  <a:pt x="2892" y="2866"/>
                  <a:pt x="2954" y="2881"/>
                </a:cubicBezTo>
                <a:cubicBezTo>
                  <a:pt x="3251" y="2941"/>
                  <a:pt x="3489" y="3191"/>
                  <a:pt x="3549" y="3489"/>
                </a:cubicBezTo>
                <a:cubicBezTo>
                  <a:pt x="3608" y="3774"/>
                  <a:pt x="3501" y="4036"/>
                  <a:pt x="3275" y="4227"/>
                </a:cubicBezTo>
                <a:cubicBezTo>
                  <a:pt x="3132" y="4346"/>
                  <a:pt x="3037" y="4548"/>
                  <a:pt x="3037" y="4739"/>
                </a:cubicBezTo>
                <a:lnTo>
                  <a:pt x="3037" y="5084"/>
                </a:lnTo>
                <a:cubicBezTo>
                  <a:pt x="3037" y="5346"/>
                  <a:pt x="3263" y="5572"/>
                  <a:pt x="3525" y="5572"/>
                </a:cubicBezTo>
                <a:lnTo>
                  <a:pt x="5228" y="5572"/>
                </a:lnTo>
                <a:lnTo>
                  <a:pt x="5228" y="7263"/>
                </a:lnTo>
                <a:cubicBezTo>
                  <a:pt x="5228" y="7370"/>
                  <a:pt x="5156" y="7441"/>
                  <a:pt x="5049" y="7441"/>
                </a:cubicBezTo>
                <a:lnTo>
                  <a:pt x="4704" y="7441"/>
                </a:lnTo>
                <a:cubicBezTo>
                  <a:pt x="4597" y="7441"/>
                  <a:pt x="4513" y="7406"/>
                  <a:pt x="4442" y="7322"/>
                </a:cubicBezTo>
                <a:cubicBezTo>
                  <a:pt x="4225" y="7076"/>
                  <a:pt x="3925" y="6935"/>
                  <a:pt x="3599" y="6935"/>
                </a:cubicBezTo>
                <a:cubicBezTo>
                  <a:pt x="3532" y="6935"/>
                  <a:pt x="3463" y="6941"/>
                  <a:pt x="3394" y="6953"/>
                </a:cubicBezTo>
                <a:cubicBezTo>
                  <a:pt x="2965" y="7025"/>
                  <a:pt x="2620" y="7370"/>
                  <a:pt x="2537" y="7787"/>
                </a:cubicBezTo>
                <a:cubicBezTo>
                  <a:pt x="2453" y="8120"/>
                  <a:pt x="2549" y="8454"/>
                  <a:pt x="2751" y="8715"/>
                </a:cubicBezTo>
                <a:cubicBezTo>
                  <a:pt x="2965" y="8965"/>
                  <a:pt x="3275" y="9108"/>
                  <a:pt x="3608" y="9108"/>
                </a:cubicBezTo>
                <a:cubicBezTo>
                  <a:pt x="3930" y="9108"/>
                  <a:pt x="4227" y="8965"/>
                  <a:pt x="4442" y="8715"/>
                </a:cubicBezTo>
                <a:cubicBezTo>
                  <a:pt x="4501" y="8632"/>
                  <a:pt x="4585" y="8608"/>
                  <a:pt x="4692" y="8608"/>
                </a:cubicBezTo>
                <a:lnTo>
                  <a:pt x="5037" y="8608"/>
                </a:lnTo>
                <a:cubicBezTo>
                  <a:pt x="5132" y="8608"/>
                  <a:pt x="5216" y="8680"/>
                  <a:pt x="5216" y="8787"/>
                </a:cubicBezTo>
                <a:lnTo>
                  <a:pt x="5216" y="10501"/>
                </a:lnTo>
                <a:lnTo>
                  <a:pt x="846" y="10501"/>
                </a:lnTo>
                <a:cubicBezTo>
                  <a:pt x="572" y="10501"/>
                  <a:pt x="334" y="10263"/>
                  <a:pt x="334" y="9977"/>
                </a:cubicBezTo>
                <a:lnTo>
                  <a:pt x="334" y="5572"/>
                </a:lnTo>
                <a:lnTo>
                  <a:pt x="2025" y="5572"/>
                </a:lnTo>
                <a:cubicBezTo>
                  <a:pt x="2299" y="5572"/>
                  <a:pt x="2513" y="5346"/>
                  <a:pt x="2513" y="5084"/>
                </a:cubicBezTo>
                <a:lnTo>
                  <a:pt x="2513" y="4727"/>
                </a:lnTo>
                <a:cubicBezTo>
                  <a:pt x="2513" y="4513"/>
                  <a:pt x="2430" y="4334"/>
                  <a:pt x="2299" y="4215"/>
                </a:cubicBezTo>
                <a:cubicBezTo>
                  <a:pt x="2120" y="4072"/>
                  <a:pt x="2013" y="3858"/>
                  <a:pt x="2013" y="3620"/>
                </a:cubicBezTo>
                <a:cubicBezTo>
                  <a:pt x="2013" y="3381"/>
                  <a:pt x="2120" y="3179"/>
                  <a:pt x="2299" y="3024"/>
                </a:cubicBezTo>
                <a:cubicBezTo>
                  <a:pt x="2431" y="2919"/>
                  <a:pt x="2596" y="2858"/>
                  <a:pt x="2769" y="2858"/>
                </a:cubicBezTo>
                <a:close/>
                <a:moveTo>
                  <a:pt x="10014" y="298"/>
                </a:moveTo>
                <a:cubicBezTo>
                  <a:pt x="10300" y="298"/>
                  <a:pt x="10538" y="536"/>
                  <a:pt x="10538" y="822"/>
                </a:cubicBezTo>
                <a:lnTo>
                  <a:pt x="10538" y="5239"/>
                </a:lnTo>
                <a:lnTo>
                  <a:pt x="10312" y="5239"/>
                </a:lnTo>
                <a:cubicBezTo>
                  <a:pt x="10228" y="5239"/>
                  <a:pt x="10157" y="5322"/>
                  <a:pt x="10157" y="5406"/>
                </a:cubicBezTo>
                <a:cubicBezTo>
                  <a:pt x="10157" y="5501"/>
                  <a:pt x="10228" y="5572"/>
                  <a:pt x="10312" y="5572"/>
                </a:cubicBezTo>
                <a:lnTo>
                  <a:pt x="10490" y="5572"/>
                </a:lnTo>
                <a:lnTo>
                  <a:pt x="10490" y="9977"/>
                </a:lnTo>
                <a:cubicBezTo>
                  <a:pt x="10490" y="10263"/>
                  <a:pt x="10252" y="10501"/>
                  <a:pt x="9978" y="10501"/>
                </a:cubicBezTo>
                <a:lnTo>
                  <a:pt x="5573" y="10501"/>
                </a:lnTo>
                <a:lnTo>
                  <a:pt x="5573" y="8799"/>
                </a:lnTo>
                <a:cubicBezTo>
                  <a:pt x="5573" y="8537"/>
                  <a:pt x="5347" y="8311"/>
                  <a:pt x="5073" y="8311"/>
                </a:cubicBezTo>
                <a:lnTo>
                  <a:pt x="4739" y="8311"/>
                </a:lnTo>
                <a:cubicBezTo>
                  <a:pt x="4525" y="8311"/>
                  <a:pt x="4347" y="8394"/>
                  <a:pt x="4227" y="8537"/>
                </a:cubicBezTo>
                <a:cubicBezTo>
                  <a:pt x="4085" y="8715"/>
                  <a:pt x="3870" y="8811"/>
                  <a:pt x="3632" y="8811"/>
                </a:cubicBezTo>
                <a:cubicBezTo>
                  <a:pt x="3394" y="8811"/>
                  <a:pt x="3192" y="8715"/>
                  <a:pt x="3037" y="8537"/>
                </a:cubicBezTo>
                <a:cubicBezTo>
                  <a:pt x="2894" y="8358"/>
                  <a:pt x="2834" y="8120"/>
                  <a:pt x="2894" y="7882"/>
                </a:cubicBezTo>
                <a:cubicBezTo>
                  <a:pt x="2954" y="7584"/>
                  <a:pt x="3204" y="7346"/>
                  <a:pt x="3501" y="7287"/>
                </a:cubicBezTo>
                <a:cubicBezTo>
                  <a:pt x="3557" y="7275"/>
                  <a:pt x="3612" y="7269"/>
                  <a:pt x="3665" y="7269"/>
                </a:cubicBezTo>
                <a:cubicBezTo>
                  <a:pt x="3887" y="7269"/>
                  <a:pt x="4086" y="7367"/>
                  <a:pt x="4239" y="7549"/>
                </a:cubicBezTo>
                <a:cubicBezTo>
                  <a:pt x="4358" y="7703"/>
                  <a:pt x="4561" y="7787"/>
                  <a:pt x="4751" y="7787"/>
                </a:cubicBezTo>
                <a:lnTo>
                  <a:pt x="5097" y="7787"/>
                </a:lnTo>
                <a:cubicBezTo>
                  <a:pt x="5359" y="7787"/>
                  <a:pt x="5585" y="7561"/>
                  <a:pt x="5585" y="7299"/>
                </a:cubicBezTo>
                <a:lnTo>
                  <a:pt x="5585" y="5596"/>
                </a:lnTo>
                <a:lnTo>
                  <a:pt x="7275" y="5596"/>
                </a:lnTo>
                <a:cubicBezTo>
                  <a:pt x="7383" y="5596"/>
                  <a:pt x="7454" y="5679"/>
                  <a:pt x="7454" y="5775"/>
                </a:cubicBezTo>
                <a:lnTo>
                  <a:pt x="7454" y="6120"/>
                </a:lnTo>
                <a:cubicBezTo>
                  <a:pt x="7454" y="6227"/>
                  <a:pt x="7418" y="6310"/>
                  <a:pt x="7335" y="6394"/>
                </a:cubicBezTo>
                <a:cubicBezTo>
                  <a:pt x="7037" y="6644"/>
                  <a:pt x="6894" y="7025"/>
                  <a:pt x="6966" y="7430"/>
                </a:cubicBezTo>
                <a:cubicBezTo>
                  <a:pt x="7037" y="7858"/>
                  <a:pt x="7383" y="8203"/>
                  <a:pt x="7799" y="8299"/>
                </a:cubicBezTo>
                <a:cubicBezTo>
                  <a:pt x="7871" y="8311"/>
                  <a:pt x="7954" y="8323"/>
                  <a:pt x="8037" y="8323"/>
                </a:cubicBezTo>
                <a:cubicBezTo>
                  <a:pt x="8288" y="8323"/>
                  <a:pt x="8526" y="8239"/>
                  <a:pt x="8728" y="8084"/>
                </a:cubicBezTo>
                <a:cubicBezTo>
                  <a:pt x="8978" y="7882"/>
                  <a:pt x="9121" y="7561"/>
                  <a:pt x="9121" y="7239"/>
                </a:cubicBezTo>
                <a:cubicBezTo>
                  <a:pt x="9121" y="6906"/>
                  <a:pt x="8978" y="6608"/>
                  <a:pt x="8728" y="6406"/>
                </a:cubicBezTo>
                <a:cubicBezTo>
                  <a:pt x="8645" y="6346"/>
                  <a:pt x="8621" y="6251"/>
                  <a:pt x="8621" y="6132"/>
                </a:cubicBezTo>
                <a:lnTo>
                  <a:pt x="8621" y="5798"/>
                </a:lnTo>
                <a:cubicBezTo>
                  <a:pt x="8621" y="5691"/>
                  <a:pt x="8692" y="5620"/>
                  <a:pt x="8799" y="5620"/>
                </a:cubicBezTo>
                <a:lnTo>
                  <a:pt x="9645" y="5620"/>
                </a:lnTo>
                <a:cubicBezTo>
                  <a:pt x="9740" y="5620"/>
                  <a:pt x="9812" y="5536"/>
                  <a:pt x="9812" y="5453"/>
                </a:cubicBezTo>
                <a:cubicBezTo>
                  <a:pt x="9812" y="5358"/>
                  <a:pt x="9740" y="5286"/>
                  <a:pt x="9645" y="5286"/>
                </a:cubicBezTo>
                <a:lnTo>
                  <a:pt x="8799" y="5286"/>
                </a:lnTo>
                <a:cubicBezTo>
                  <a:pt x="8526" y="5286"/>
                  <a:pt x="8311" y="5513"/>
                  <a:pt x="8311" y="5775"/>
                </a:cubicBezTo>
                <a:lnTo>
                  <a:pt x="8311" y="6120"/>
                </a:lnTo>
                <a:cubicBezTo>
                  <a:pt x="8311" y="6334"/>
                  <a:pt x="8395" y="6513"/>
                  <a:pt x="8526" y="6632"/>
                </a:cubicBezTo>
                <a:cubicBezTo>
                  <a:pt x="8704" y="6775"/>
                  <a:pt x="8811" y="6989"/>
                  <a:pt x="8811" y="7227"/>
                </a:cubicBezTo>
                <a:cubicBezTo>
                  <a:pt x="8811" y="7465"/>
                  <a:pt x="8704" y="7668"/>
                  <a:pt x="8526" y="7822"/>
                </a:cubicBezTo>
                <a:cubicBezTo>
                  <a:pt x="8394" y="7928"/>
                  <a:pt x="8229" y="7988"/>
                  <a:pt x="8056" y="7988"/>
                </a:cubicBezTo>
                <a:cubicBezTo>
                  <a:pt x="7995" y="7988"/>
                  <a:pt x="7933" y="7981"/>
                  <a:pt x="7871" y="7965"/>
                </a:cubicBezTo>
                <a:cubicBezTo>
                  <a:pt x="7573" y="7906"/>
                  <a:pt x="7335" y="7656"/>
                  <a:pt x="7275" y="7358"/>
                </a:cubicBezTo>
                <a:cubicBezTo>
                  <a:pt x="7216" y="7072"/>
                  <a:pt x="7323" y="6810"/>
                  <a:pt x="7549" y="6608"/>
                </a:cubicBezTo>
                <a:cubicBezTo>
                  <a:pt x="7692" y="6489"/>
                  <a:pt x="7787" y="6298"/>
                  <a:pt x="7787" y="6108"/>
                </a:cubicBezTo>
                <a:lnTo>
                  <a:pt x="7787" y="5763"/>
                </a:lnTo>
                <a:cubicBezTo>
                  <a:pt x="7787" y="5501"/>
                  <a:pt x="7561" y="5275"/>
                  <a:pt x="7287" y="5275"/>
                </a:cubicBezTo>
                <a:lnTo>
                  <a:pt x="5597" y="5275"/>
                </a:lnTo>
                <a:lnTo>
                  <a:pt x="5597" y="3572"/>
                </a:lnTo>
                <a:cubicBezTo>
                  <a:pt x="5597" y="3477"/>
                  <a:pt x="5668" y="3393"/>
                  <a:pt x="5775" y="3393"/>
                </a:cubicBezTo>
                <a:lnTo>
                  <a:pt x="6121" y="3393"/>
                </a:lnTo>
                <a:cubicBezTo>
                  <a:pt x="6216" y="3393"/>
                  <a:pt x="6311" y="3441"/>
                  <a:pt x="6383" y="3512"/>
                </a:cubicBezTo>
                <a:cubicBezTo>
                  <a:pt x="6592" y="3762"/>
                  <a:pt x="6901" y="3911"/>
                  <a:pt x="7234" y="3911"/>
                </a:cubicBezTo>
                <a:cubicBezTo>
                  <a:pt x="7299" y="3911"/>
                  <a:pt x="7364" y="3905"/>
                  <a:pt x="7430" y="3893"/>
                </a:cubicBezTo>
                <a:cubicBezTo>
                  <a:pt x="7859" y="3810"/>
                  <a:pt x="8204" y="3477"/>
                  <a:pt x="8288" y="3060"/>
                </a:cubicBezTo>
                <a:cubicBezTo>
                  <a:pt x="8359" y="2727"/>
                  <a:pt x="8276" y="2381"/>
                  <a:pt x="8061" y="2131"/>
                </a:cubicBezTo>
                <a:cubicBezTo>
                  <a:pt x="7859" y="1881"/>
                  <a:pt x="7549" y="1726"/>
                  <a:pt x="7216" y="1726"/>
                </a:cubicBezTo>
                <a:cubicBezTo>
                  <a:pt x="6894" y="1726"/>
                  <a:pt x="6597" y="1881"/>
                  <a:pt x="6383" y="2131"/>
                </a:cubicBezTo>
                <a:cubicBezTo>
                  <a:pt x="6323" y="2203"/>
                  <a:pt x="6240" y="2238"/>
                  <a:pt x="6132" y="2238"/>
                </a:cubicBezTo>
                <a:lnTo>
                  <a:pt x="5787" y="2238"/>
                </a:lnTo>
                <a:cubicBezTo>
                  <a:pt x="5680" y="2238"/>
                  <a:pt x="5609" y="2167"/>
                  <a:pt x="5609" y="2060"/>
                </a:cubicBezTo>
                <a:lnTo>
                  <a:pt x="5609" y="1215"/>
                </a:lnTo>
                <a:cubicBezTo>
                  <a:pt x="5609" y="1119"/>
                  <a:pt x="5537" y="1048"/>
                  <a:pt x="5442" y="1048"/>
                </a:cubicBezTo>
                <a:cubicBezTo>
                  <a:pt x="5359" y="1048"/>
                  <a:pt x="5287" y="1119"/>
                  <a:pt x="5287" y="1215"/>
                </a:cubicBezTo>
                <a:lnTo>
                  <a:pt x="5287" y="2060"/>
                </a:lnTo>
                <a:cubicBezTo>
                  <a:pt x="5287" y="2322"/>
                  <a:pt x="5501" y="2548"/>
                  <a:pt x="5775" y="2548"/>
                </a:cubicBezTo>
                <a:lnTo>
                  <a:pt x="6121" y="2548"/>
                </a:lnTo>
                <a:cubicBezTo>
                  <a:pt x="6323" y="2548"/>
                  <a:pt x="6502" y="2465"/>
                  <a:pt x="6621" y="2322"/>
                </a:cubicBezTo>
                <a:cubicBezTo>
                  <a:pt x="6775" y="2143"/>
                  <a:pt x="6978" y="2048"/>
                  <a:pt x="7216" y="2048"/>
                </a:cubicBezTo>
                <a:cubicBezTo>
                  <a:pt x="7454" y="2048"/>
                  <a:pt x="7668" y="2143"/>
                  <a:pt x="7811" y="2322"/>
                </a:cubicBezTo>
                <a:cubicBezTo>
                  <a:pt x="7966" y="2500"/>
                  <a:pt x="8026" y="2739"/>
                  <a:pt x="7966" y="2977"/>
                </a:cubicBezTo>
                <a:cubicBezTo>
                  <a:pt x="7907" y="3274"/>
                  <a:pt x="7656" y="3512"/>
                  <a:pt x="7359" y="3572"/>
                </a:cubicBezTo>
                <a:cubicBezTo>
                  <a:pt x="7303" y="3584"/>
                  <a:pt x="7248" y="3589"/>
                  <a:pt x="7193" y="3589"/>
                </a:cubicBezTo>
                <a:cubicBezTo>
                  <a:pt x="6969" y="3589"/>
                  <a:pt x="6762" y="3492"/>
                  <a:pt x="6609" y="3310"/>
                </a:cubicBezTo>
                <a:cubicBezTo>
                  <a:pt x="6490" y="3155"/>
                  <a:pt x="6299" y="3072"/>
                  <a:pt x="6097" y="3072"/>
                </a:cubicBezTo>
                <a:lnTo>
                  <a:pt x="5763" y="3072"/>
                </a:lnTo>
                <a:cubicBezTo>
                  <a:pt x="5490" y="3072"/>
                  <a:pt x="5275" y="3298"/>
                  <a:pt x="5275" y="3560"/>
                </a:cubicBezTo>
                <a:lnTo>
                  <a:pt x="5275" y="5263"/>
                </a:lnTo>
                <a:lnTo>
                  <a:pt x="3573" y="5263"/>
                </a:lnTo>
                <a:cubicBezTo>
                  <a:pt x="3465" y="5263"/>
                  <a:pt x="3394" y="5179"/>
                  <a:pt x="3394" y="5084"/>
                </a:cubicBezTo>
                <a:lnTo>
                  <a:pt x="3394" y="4727"/>
                </a:lnTo>
                <a:cubicBezTo>
                  <a:pt x="3394" y="4620"/>
                  <a:pt x="3442" y="4524"/>
                  <a:pt x="3513" y="4453"/>
                </a:cubicBezTo>
                <a:cubicBezTo>
                  <a:pt x="3811" y="4203"/>
                  <a:pt x="3954" y="3810"/>
                  <a:pt x="3882" y="3417"/>
                </a:cubicBezTo>
                <a:cubicBezTo>
                  <a:pt x="3811" y="2977"/>
                  <a:pt x="3465" y="2643"/>
                  <a:pt x="3049" y="2548"/>
                </a:cubicBezTo>
                <a:cubicBezTo>
                  <a:pt x="2973" y="2531"/>
                  <a:pt x="2896" y="2523"/>
                  <a:pt x="2820" y="2523"/>
                </a:cubicBezTo>
                <a:cubicBezTo>
                  <a:pt x="2570" y="2523"/>
                  <a:pt x="2323" y="2610"/>
                  <a:pt x="2132" y="2774"/>
                </a:cubicBezTo>
                <a:cubicBezTo>
                  <a:pt x="1870" y="2977"/>
                  <a:pt x="1727" y="3298"/>
                  <a:pt x="1727" y="3620"/>
                </a:cubicBezTo>
                <a:cubicBezTo>
                  <a:pt x="1727" y="3941"/>
                  <a:pt x="1870" y="4239"/>
                  <a:pt x="2132" y="4453"/>
                </a:cubicBezTo>
                <a:cubicBezTo>
                  <a:pt x="2203" y="4513"/>
                  <a:pt x="2227" y="4608"/>
                  <a:pt x="2227" y="4703"/>
                </a:cubicBezTo>
                <a:lnTo>
                  <a:pt x="2227" y="5048"/>
                </a:lnTo>
                <a:cubicBezTo>
                  <a:pt x="2227" y="5155"/>
                  <a:pt x="2156" y="5227"/>
                  <a:pt x="2049" y="5227"/>
                </a:cubicBezTo>
                <a:lnTo>
                  <a:pt x="358" y="5227"/>
                </a:lnTo>
                <a:lnTo>
                  <a:pt x="358" y="822"/>
                </a:lnTo>
                <a:cubicBezTo>
                  <a:pt x="358" y="536"/>
                  <a:pt x="596" y="298"/>
                  <a:pt x="882" y="298"/>
                </a:cubicBezTo>
                <a:lnTo>
                  <a:pt x="5287" y="298"/>
                </a:lnTo>
                <a:lnTo>
                  <a:pt x="5287" y="476"/>
                </a:lnTo>
                <a:cubicBezTo>
                  <a:pt x="5287" y="572"/>
                  <a:pt x="5359" y="643"/>
                  <a:pt x="5442" y="643"/>
                </a:cubicBezTo>
                <a:cubicBezTo>
                  <a:pt x="5537" y="643"/>
                  <a:pt x="5609" y="572"/>
                  <a:pt x="5609" y="476"/>
                </a:cubicBezTo>
                <a:lnTo>
                  <a:pt x="5609" y="298"/>
                </a:lnTo>
                <a:close/>
                <a:moveTo>
                  <a:pt x="834" y="0"/>
                </a:moveTo>
                <a:cubicBezTo>
                  <a:pt x="370" y="0"/>
                  <a:pt x="1" y="381"/>
                  <a:pt x="1" y="834"/>
                </a:cubicBezTo>
                <a:lnTo>
                  <a:pt x="1" y="9977"/>
                </a:lnTo>
                <a:cubicBezTo>
                  <a:pt x="1" y="10442"/>
                  <a:pt x="370" y="10811"/>
                  <a:pt x="834" y="10811"/>
                </a:cubicBezTo>
                <a:lnTo>
                  <a:pt x="9978" y="10811"/>
                </a:lnTo>
                <a:cubicBezTo>
                  <a:pt x="10431" y="10811"/>
                  <a:pt x="10812" y="10442"/>
                  <a:pt x="10812" y="9977"/>
                </a:cubicBezTo>
                <a:lnTo>
                  <a:pt x="10812" y="834"/>
                </a:lnTo>
                <a:cubicBezTo>
                  <a:pt x="10812" y="381"/>
                  <a:pt x="10431" y="0"/>
                  <a:pt x="9978" y="0"/>
                </a:cubicBezTo>
                <a:close/>
              </a:path>
            </a:pathLst>
          </a:custGeom>
          <a:solidFill>
            <a:srgbClr val="657E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DF351"/>
              </a:solidFill>
            </a:endParaRPr>
          </a:p>
        </p:txBody>
      </p:sp>
      <p:grpSp>
        <p:nvGrpSpPr>
          <p:cNvPr id="34" name="Google Shape;8423;p58"/>
          <p:cNvGrpSpPr/>
          <p:nvPr/>
        </p:nvGrpSpPr>
        <p:grpSpPr>
          <a:xfrm>
            <a:off x="5211706" y="2469813"/>
            <a:ext cx="364865" cy="324822"/>
            <a:chOff x="5765817" y="3227724"/>
            <a:chExt cx="364865" cy="324822"/>
          </a:xfrm>
        </p:grpSpPr>
        <p:sp>
          <p:nvSpPr>
            <p:cNvPr id="35" name="Google Shape;8424;p58"/>
            <p:cNvSpPr/>
            <p:nvPr/>
          </p:nvSpPr>
          <p:spPr>
            <a:xfrm>
              <a:off x="5765817" y="3227724"/>
              <a:ext cx="364865" cy="324822"/>
            </a:xfrm>
            <a:custGeom>
              <a:avLst/>
              <a:gdLst/>
              <a:ahLst/>
              <a:cxnLst/>
              <a:rect l="l" t="t" r="r" b="b"/>
              <a:pathLst>
                <a:path w="11490" h="10229" extrusionOk="0">
                  <a:moveTo>
                    <a:pt x="8287" y="370"/>
                  </a:moveTo>
                  <a:cubicBezTo>
                    <a:pt x="9871" y="370"/>
                    <a:pt x="11157" y="1656"/>
                    <a:pt x="11157" y="3251"/>
                  </a:cubicBezTo>
                  <a:cubicBezTo>
                    <a:pt x="11133" y="4037"/>
                    <a:pt x="10847" y="4870"/>
                    <a:pt x="10299" y="5751"/>
                  </a:cubicBezTo>
                  <a:cubicBezTo>
                    <a:pt x="9847" y="6442"/>
                    <a:pt x="9216" y="7156"/>
                    <a:pt x="8418" y="7871"/>
                  </a:cubicBezTo>
                  <a:cubicBezTo>
                    <a:pt x="7263" y="8918"/>
                    <a:pt x="6084" y="9645"/>
                    <a:pt x="5763" y="9835"/>
                  </a:cubicBezTo>
                  <a:cubicBezTo>
                    <a:pt x="5430" y="9645"/>
                    <a:pt x="4251" y="8930"/>
                    <a:pt x="3096" y="7895"/>
                  </a:cubicBezTo>
                  <a:cubicBezTo>
                    <a:pt x="2310" y="7180"/>
                    <a:pt x="1667" y="6466"/>
                    <a:pt x="1215" y="5763"/>
                  </a:cubicBezTo>
                  <a:cubicBezTo>
                    <a:pt x="667" y="4894"/>
                    <a:pt x="381" y="4049"/>
                    <a:pt x="381" y="3251"/>
                  </a:cubicBezTo>
                  <a:cubicBezTo>
                    <a:pt x="381" y="1668"/>
                    <a:pt x="1667" y="370"/>
                    <a:pt x="3263" y="370"/>
                  </a:cubicBezTo>
                  <a:cubicBezTo>
                    <a:pt x="4191" y="370"/>
                    <a:pt x="5084" y="834"/>
                    <a:pt x="5620" y="1608"/>
                  </a:cubicBezTo>
                  <a:cubicBezTo>
                    <a:pt x="5656" y="1656"/>
                    <a:pt x="5715" y="1679"/>
                    <a:pt x="5775" y="1679"/>
                  </a:cubicBezTo>
                  <a:cubicBezTo>
                    <a:pt x="5834" y="1679"/>
                    <a:pt x="5894" y="1656"/>
                    <a:pt x="5918" y="1608"/>
                  </a:cubicBezTo>
                  <a:cubicBezTo>
                    <a:pt x="6454" y="834"/>
                    <a:pt x="7335" y="370"/>
                    <a:pt x="8287" y="370"/>
                  </a:cubicBezTo>
                  <a:close/>
                  <a:moveTo>
                    <a:pt x="3227" y="1"/>
                  </a:moveTo>
                  <a:cubicBezTo>
                    <a:pt x="1441" y="1"/>
                    <a:pt x="0" y="1441"/>
                    <a:pt x="0" y="3227"/>
                  </a:cubicBezTo>
                  <a:cubicBezTo>
                    <a:pt x="0" y="4108"/>
                    <a:pt x="298" y="5013"/>
                    <a:pt x="893" y="5942"/>
                  </a:cubicBezTo>
                  <a:cubicBezTo>
                    <a:pt x="1370" y="6668"/>
                    <a:pt x="2001" y="7418"/>
                    <a:pt x="2822" y="8145"/>
                  </a:cubicBezTo>
                  <a:cubicBezTo>
                    <a:pt x="4203" y="9383"/>
                    <a:pt x="5620" y="10181"/>
                    <a:pt x="5632" y="10192"/>
                  </a:cubicBezTo>
                  <a:cubicBezTo>
                    <a:pt x="5668" y="10216"/>
                    <a:pt x="5692" y="10228"/>
                    <a:pt x="5727" y="10228"/>
                  </a:cubicBezTo>
                  <a:cubicBezTo>
                    <a:pt x="5751" y="10228"/>
                    <a:pt x="5787" y="10216"/>
                    <a:pt x="5811" y="10192"/>
                  </a:cubicBezTo>
                  <a:cubicBezTo>
                    <a:pt x="5834" y="10181"/>
                    <a:pt x="7239" y="9395"/>
                    <a:pt x="8632" y="8145"/>
                  </a:cubicBezTo>
                  <a:cubicBezTo>
                    <a:pt x="9442" y="7418"/>
                    <a:pt x="10097" y="6668"/>
                    <a:pt x="10561" y="5942"/>
                  </a:cubicBezTo>
                  <a:cubicBezTo>
                    <a:pt x="11157" y="5013"/>
                    <a:pt x="11454" y="4108"/>
                    <a:pt x="11454" y="3227"/>
                  </a:cubicBezTo>
                  <a:cubicBezTo>
                    <a:pt x="11490" y="1441"/>
                    <a:pt x="10049" y="1"/>
                    <a:pt x="8263" y="1"/>
                  </a:cubicBezTo>
                  <a:cubicBezTo>
                    <a:pt x="7275" y="1"/>
                    <a:pt x="6358" y="453"/>
                    <a:pt x="5739" y="1203"/>
                  </a:cubicBezTo>
                  <a:cubicBezTo>
                    <a:pt x="5132" y="453"/>
                    <a:pt x="4203" y="1"/>
                    <a:pt x="322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36" name="Google Shape;8425;p58"/>
            <p:cNvSpPr/>
            <p:nvPr/>
          </p:nvSpPr>
          <p:spPr>
            <a:xfrm>
              <a:off x="6022144" y="3250429"/>
              <a:ext cx="85484" cy="84341"/>
            </a:xfrm>
            <a:custGeom>
              <a:avLst/>
              <a:gdLst/>
              <a:ahLst/>
              <a:cxnLst/>
              <a:rect l="l" t="t" r="r" b="b"/>
              <a:pathLst>
                <a:path w="2692" h="2656" extrusionOk="0">
                  <a:moveTo>
                    <a:pt x="191" y="0"/>
                  </a:moveTo>
                  <a:cubicBezTo>
                    <a:pt x="84" y="0"/>
                    <a:pt x="1" y="72"/>
                    <a:pt x="1" y="179"/>
                  </a:cubicBezTo>
                  <a:cubicBezTo>
                    <a:pt x="1" y="286"/>
                    <a:pt x="84" y="357"/>
                    <a:pt x="191" y="357"/>
                  </a:cubicBezTo>
                  <a:cubicBezTo>
                    <a:pt x="1346" y="357"/>
                    <a:pt x="2311" y="1310"/>
                    <a:pt x="2334" y="2477"/>
                  </a:cubicBezTo>
                  <a:cubicBezTo>
                    <a:pt x="2334" y="2572"/>
                    <a:pt x="2406" y="2655"/>
                    <a:pt x="2513" y="2655"/>
                  </a:cubicBezTo>
                  <a:cubicBezTo>
                    <a:pt x="2608" y="2655"/>
                    <a:pt x="2692" y="2560"/>
                    <a:pt x="2692" y="2477"/>
                  </a:cubicBezTo>
                  <a:cubicBezTo>
                    <a:pt x="2668" y="1107"/>
                    <a:pt x="1561" y="0"/>
                    <a:pt x="19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37" name="Google Shape;8426;p58"/>
            <p:cNvSpPr/>
            <p:nvPr/>
          </p:nvSpPr>
          <p:spPr>
            <a:xfrm>
              <a:off x="5862987" y="3250429"/>
              <a:ext cx="73386" cy="43504"/>
            </a:xfrm>
            <a:custGeom>
              <a:avLst/>
              <a:gdLst/>
              <a:ahLst/>
              <a:cxnLst/>
              <a:rect l="l" t="t" r="r" b="b"/>
              <a:pathLst>
                <a:path w="2311" h="1370" extrusionOk="0">
                  <a:moveTo>
                    <a:pt x="179" y="0"/>
                  </a:moveTo>
                  <a:cubicBezTo>
                    <a:pt x="72" y="0"/>
                    <a:pt x="0" y="72"/>
                    <a:pt x="0" y="179"/>
                  </a:cubicBezTo>
                  <a:cubicBezTo>
                    <a:pt x="0" y="286"/>
                    <a:pt x="72" y="357"/>
                    <a:pt x="179" y="357"/>
                  </a:cubicBezTo>
                  <a:cubicBezTo>
                    <a:pt x="881" y="357"/>
                    <a:pt x="1548" y="703"/>
                    <a:pt x="1953" y="1298"/>
                  </a:cubicBezTo>
                  <a:cubicBezTo>
                    <a:pt x="1989" y="1334"/>
                    <a:pt x="2036" y="1369"/>
                    <a:pt x="2108" y="1369"/>
                  </a:cubicBezTo>
                  <a:cubicBezTo>
                    <a:pt x="2131" y="1369"/>
                    <a:pt x="2179" y="1357"/>
                    <a:pt x="2203" y="1334"/>
                  </a:cubicBezTo>
                  <a:cubicBezTo>
                    <a:pt x="2286" y="1286"/>
                    <a:pt x="2310" y="1179"/>
                    <a:pt x="2251" y="1084"/>
                  </a:cubicBezTo>
                  <a:cubicBezTo>
                    <a:pt x="1786" y="405"/>
                    <a:pt x="1012" y="0"/>
                    <a:pt x="17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</p:grpSp>
      <p:grpSp>
        <p:nvGrpSpPr>
          <p:cNvPr id="38" name="Google Shape;8563;p58"/>
          <p:cNvGrpSpPr/>
          <p:nvPr/>
        </p:nvGrpSpPr>
        <p:grpSpPr>
          <a:xfrm>
            <a:off x="4704603" y="2977766"/>
            <a:ext cx="357720" cy="342192"/>
            <a:chOff x="1973254" y="4156304"/>
            <a:chExt cx="357720" cy="342192"/>
          </a:xfrm>
        </p:grpSpPr>
        <p:sp>
          <p:nvSpPr>
            <p:cNvPr id="39" name="Google Shape;8564;p58"/>
            <p:cNvSpPr/>
            <p:nvPr/>
          </p:nvSpPr>
          <p:spPr>
            <a:xfrm>
              <a:off x="2129044" y="4156304"/>
              <a:ext cx="18926" cy="97964"/>
            </a:xfrm>
            <a:custGeom>
              <a:avLst/>
              <a:gdLst/>
              <a:ahLst/>
              <a:cxnLst/>
              <a:rect l="l" t="t" r="r" b="b"/>
              <a:pathLst>
                <a:path w="596" h="3085" extrusionOk="0">
                  <a:moveTo>
                    <a:pt x="417" y="0"/>
                  </a:moveTo>
                  <a:cubicBezTo>
                    <a:pt x="310" y="0"/>
                    <a:pt x="238" y="72"/>
                    <a:pt x="238" y="179"/>
                  </a:cubicBezTo>
                  <a:cubicBezTo>
                    <a:pt x="238" y="358"/>
                    <a:pt x="191" y="453"/>
                    <a:pt x="131" y="560"/>
                  </a:cubicBezTo>
                  <a:cubicBezTo>
                    <a:pt x="72" y="667"/>
                    <a:pt x="0" y="822"/>
                    <a:pt x="0" y="1096"/>
                  </a:cubicBezTo>
                  <a:cubicBezTo>
                    <a:pt x="0" y="1358"/>
                    <a:pt x="72" y="1501"/>
                    <a:pt x="131" y="1632"/>
                  </a:cubicBezTo>
                  <a:cubicBezTo>
                    <a:pt x="191" y="1727"/>
                    <a:pt x="238" y="1822"/>
                    <a:pt x="238" y="2001"/>
                  </a:cubicBezTo>
                  <a:cubicBezTo>
                    <a:pt x="238" y="2179"/>
                    <a:pt x="191" y="2263"/>
                    <a:pt x="131" y="2370"/>
                  </a:cubicBezTo>
                  <a:cubicBezTo>
                    <a:pt x="72" y="2501"/>
                    <a:pt x="0" y="2644"/>
                    <a:pt x="0" y="2906"/>
                  </a:cubicBezTo>
                  <a:cubicBezTo>
                    <a:pt x="0" y="3013"/>
                    <a:pt x="72" y="3084"/>
                    <a:pt x="179" y="3084"/>
                  </a:cubicBezTo>
                  <a:cubicBezTo>
                    <a:pt x="286" y="3084"/>
                    <a:pt x="357" y="3013"/>
                    <a:pt x="357" y="2906"/>
                  </a:cubicBezTo>
                  <a:cubicBezTo>
                    <a:pt x="357" y="2727"/>
                    <a:pt x="405" y="2644"/>
                    <a:pt x="464" y="2536"/>
                  </a:cubicBezTo>
                  <a:cubicBezTo>
                    <a:pt x="524" y="2417"/>
                    <a:pt x="595" y="2263"/>
                    <a:pt x="595" y="2001"/>
                  </a:cubicBezTo>
                  <a:cubicBezTo>
                    <a:pt x="595" y="1727"/>
                    <a:pt x="524" y="1584"/>
                    <a:pt x="464" y="1465"/>
                  </a:cubicBezTo>
                  <a:cubicBezTo>
                    <a:pt x="405" y="1358"/>
                    <a:pt x="357" y="1274"/>
                    <a:pt x="357" y="1096"/>
                  </a:cubicBezTo>
                  <a:cubicBezTo>
                    <a:pt x="357" y="905"/>
                    <a:pt x="405" y="822"/>
                    <a:pt x="464" y="715"/>
                  </a:cubicBezTo>
                  <a:cubicBezTo>
                    <a:pt x="524" y="596"/>
                    <a:pt x="595" y="453"/>
                    <a:pt x="595" y="179"/>
                  </a:cubicBezTo>
                  <a:cubicBezTo>
                    <a:pt x="595" y="72"/>
                    <a:pt x="524" y="0"/>
                    <a:pt x="41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40" name="Google Shape;8565;p58"/>
            <p:cNvSpPr/>
            <p:nvPr/>
          </p:nvSpPr>
          <p:spPr>
            <a:xfrm>
              <a:off x="2174771" y="4156304"/>
              <a:ext cx="18958" cy="97964"/>
            </a:xfrm>
            <a:custGeom>
              <a:avLst/>
              <a:gdLst/>
              <a:ahLst/>
              <a:cxnLst/>
              <a:rect l="l" t="t" r="r" b="b"/>
              <a:pathLst>
                <a:path w="597" h="3085" extrusionOk="0">
                  <a:moveTo>
                    <a:pt x="418" y="0"/>
                  </a:moveTo>
                  <a:cubicBezTo>
                    <a:pt x="322" y="0"/>
                    <a:pt x="239" y="72"/>
                    <a:pt x="239" y="179"/>
                  </a:cubicBezTo>
                  <a:cubicBezTo>
                    <a:pt x="239" y="358"/>
                    <a:pt x="191" y="453"/>
                    <a:pt x="144" y="560"/>
                  </a:cubicBezTo>
                  <a:cubicBezTo>
                    <a:pt x="84" y="667"/>
                    <a:pt x="1" y="822"/>
                    <a:pt x="1" y="1096"/>
                  </a:cubicBezTo>
                  <a:cubicBezTo>
                    <a:pt x="1" y="1358"/>
                    <a:pt x="84" y="1501"/>
                    <a:pt x="144" y="1632"/>
                  </a:cubicBezTo>
                  <a:cubicBezTo>
                    <a:pt x="191" y="1727"/>
                    <a:pt x="239" y="1822"/>
                    <a:pt x="239" y="2001"/>
                  </a:cubicBezTo>
                  <a:cubicBezTo>
                    <a:pt x="239" y="2179"/>
                    <a:pt x="191" y="2263"/>
                    <a:pt x="144" y="2370"/>
                  </a:cubicBezTo>
                  <a:cubicBezTo>
                    <a:pt x="84" y="2501"/>
                    <a:pt x="1" y="2644"/>
                    <a:pt x="1" y="2906"/>
                  </a:cubicBezTo>
                  <a:cubicBezTo>
                    <a:pt x="1" y="3013"/>
                    <a:pt x="84" y="3084"/>
                    <a:pt x="179" y="3084"/>
                  </a:cubicBezTo>
                  <a:cubicBezTo>
                    <a:pt x="287" y="3084"/>
                    <a:pt x="358" y="3013"/>
                    <a:pt x="358" y="2906"/>
                  </a:cubicBezTo>
                  <a:cubicBezTo>
                    <a:pt x="358" y="2727"/>
                    <a:pt x="406" y="2644"/>
                    <a:pt x="465" y="2536"/>
                  </a:cubicBezTo>
                  <a:cubicBezTo>
                    <a:pt x="525" y="2417"/>
                    <a:pt x="596" y="2263"/>
                    <a:pt x="596" y="2001"/>
                  </a:cubicBezTo>
                  <a:cubicBezTo>
                    <a:pt x="596" y="1727"/>
                    <a:pt x="525" y="1584"/>
                    <a:pt x="465" y="1465"/>
                  </a:cubicBezTo>
                  <a:cubicBezTo>
                    <a:pt x="406" y="1358"/>
                    <a:pt x="358" y="1274"/>
                    <a:pt x="358" y="1096"/>
                  </a:cubicBezTo>
                  <a:cubicBezTo>
                    <a:pt x="358" y="905"/>
                    <a:pt x="406" y="822"/>
                    <a:pt x="465" y="715"/>
                  </a:cubicBezTo>
                  <a:cubicBezTo>
                    <a:pt x="525" y="596"/>
                    <a:pt x="596" y="453"/>
                    <a:pt x="596" y="179"/>
                  </a:cubicBezTo>
                  <a:cubicBezTo>
                    <a:pt x="596" y="72"/>
                    <a:pt x="525" y="0"/>
                    <a:pt x="41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41" name="Google Shape;8566;p58"/>
            <p:cNvSpPr/>
            <p:nvPr/>
          </p:nvSpPr>
          <p:spPr>
            <a:xfrm>
              <a:off x="1992529" y="4460644"/>
              <a:ext cx="338445" cy="37852"/>
            </a:xfrm>
            <a:custGeom>
              <a:avLst/>
              <a:gdLst/>
              <a:ahLst/>
              <a:cxnLst/>
              <a:rect l="l" t="t" r="r" b="b"/>
              <a:pathLst>
                <a:path w="10658" h="1192" extrusionOk="0">
                  <a:moveTo>
                    <a:pt x="10002" y="358"/>
                  </a:moveTo>
                  <a:lnTo>
                    <a:pt x="9931" y="632"/>
                  </a:lnTo>
                  <a:cubicBezTo>
                    <a:pt x="9895" y="751"/>
                    <a:pt x="9764" y="834"/>
                    <a:pt x="9645" y="834"/>
                  </a:cubicBezTo>
                  <a:lnTo>
                    <a:pt x="1013" y="834"/>
                  </a:lnTo>
                  <a:cubicBezTo>
                    <a:pt x="894" y="834"/>
                    <a:pt x="763" y="739"/>
                    <a:pt x="727" y="632"/>
                  </a:cubicBezTo>
                  <a:lnTo>
                    <a:pt x="656" y="358"/>
                  </a:lnTo>
                  <a:close/>
                  <a:moveTo>
                    <a:pt x="180" y="1"/>
                  </a:moveTo>
                  <a:cubicBezTo>
                    <a:pt x="72" y="1"/>
                    <a:pt x="1" y="84"/>
                    <a:pt x="1" y="180"/>
                  </a:cubicBezTo>
                  <a:cubicBezTo>
                    <a:pt x="1" y="287"/>
                    <a:pt x="72" y="358"/>
                    <a:pt x="180" y="358"/>
                  </a:cubicBezTo>
                  <a:lnTo>
                    <a:pt x="287" y="358"/>
                  </a:lnTo>
                  <a:lnTo>
                    <a:pt x="382" y="715"/>
                  </a:lnTo>
                  <a:cubicBezTo>
                    <a:pt x="465" y="989"/>
                    <a:pt x="739" y="1192"/>
                    <a:pt x="1013" y="1192"/>
                  </a:cubicBezTo>
                  <a:lnTo>
                    <a:pt x="9645" y="1192"/>
                  </a:lnTo>
                  <a:cubicBezTo>
                    <a:pt x="9931" y="1192"/>
                    <a:pt x="10193" y="989"/>
                    <a:pt x="10264" y="715"/>
                  </a:cubicBezTo>
                  <a:lnTo>
                    <a:pt x="10371" y="358"/>
                  </a:lnTo>
                  <a:lnTo>
                    <a:pt x="10478" y="358"/>
                  </a:lnTo>
                  <a:cubicBezTo>
                    <a:pt x="10574" y="358"/>
                    <a:pt x="10657" y="287"/>
                    <a:pt x="10657" y="180"/>
                  </a:cubicBezTo>
                  <a:cubicBezTo>
                    <a:pt x="10657" y="96"/>
                    <a:pt x="10586" y="1"/>
                    <a:pt x="10478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42" name="Google Shape;8567;p58"/>
            <p:cNvSpPr/>
            <p:nvPr/>
          </p:nvSpPr>
          <p:spPr>
            <a:xfrm>
              <a:off x="1996340" y="4288627"/>
              <a:ext cx="60525" cy="69226"/>
            </a:xfrm>
            <a:custGeom>
              <a:avLst/>
              <a:gdLst/>
              <a:ahLst/>
              <a:cxnLst/>
              <a:rect l="l" t="t" r="r" b="b"/>
              <a:pathLst>
                <a:path w="1906" h="2180" extrusionOk="0">
                  <a:moveTo>
                    <a:pt x="1500" y="358"/>
                  </a:moveTo>
                  <a:lnTo>
                    <a:pt x="1500" y="1346"/>
                  </a:lnTo>
                  <a:cubicBezTo>
                    <a:pt x="1500" y="1513"/>
                    <a:pt x="1512" y="1656"/>
                    <a:pt x="1524" y="1822"/>
                  </a:cubicBezTo>
                  <a:lnTo>
                    <a:pt x="1512" y="1822"/>
                  </a:lnTo>
                  <a:cubicBezTo>
                    <a:pt x="869" y="1822"/>
                    <a:pt x="369" y="1298"/>
                    <a:pt x="369" y="679"/>
                  </a:cubicBezTo>
                  <a:cubicBezTo>
                    <a:pt x="357" y="572"/>
                    <a:pt x="369" y="465"/>
                    <a:pt x="405" y="358"/>
                  </a:cubicBezTo>
                  <a:close/>
                  <a:moveTo>
                    <a:pt x="262" y="1"/>
                  </a:moveTo>
                  <a:cubicBezTo>
                    <a:pt x="191" y="1"/>
                    <a:pt x="131" y="48"/>
                    <a:pt x="107" y="120"/>
                  </a:cubicBezTo>
                  <a:cubicBezTo>
                    <a:pt x="24" y="298"/>
                    <a:pt x="0" y="477"/>
                    <a:pt x="0" y="679"/>
                  </a:cubicBezTo>
                  <a:cubicBezTo>
                    <a:pt x="0" y="1513"/>
                    <a:pt x="667" y="2179"/>
                    <a:pt x="1500" y="2179"/>
                  </a:cubicBezTo>
                  <a:lnTo>
                    <a:pt x="1726" y="2179"/>
                  </a:lnTo>
                  <a:cubicBezTo>
                    <a:pt x="1786" y="2179"/>
                    <a:pt x="1834" y="2144"/>
                    <a:pt x="1857" y="2120"/>
                  </a:cubicBezTo>
                  <a:cubicBezTo>
                    <a:pt x="1893" y="2084"/>
                    <a:pt x="1905" y="2025"/>
                    <a:pt x="1905" y="1965"/>
                  </a:cubicBezTo>
                  <a:cubicBezTo>
                    <a:pt x="1857" y="1763"/>
                    <a:pt x="1846" y="1548"/>
                    <a:pt x="1846" y="1358"/>
                  </a:cubicBezTo>
                  <a:lnTo>
                    <a:pt x="1846" y="179"/>
                  </a:lnTo>
                  <a:cubicBezTo>
                    <a:pt x="1846" y="84"/>
                    <a:pt x="1774" y="1"/>
                    <a:pt x="166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43" name="Google Shape;8568;p58"/>
            <p:cNvSpPr/>
            <p:nvPr/>
          </p:nvSpPr>
          <p:spPr>
            <a:xfrm>
              <a:off x="1973254" y="4265954"/>
              <a:ext cx="306658" cy="184147"/>
            </a:xfrm>
            <a:custGeom>
              <a:avLst/>
              <a:gdLst/>
              <a:ahLst/>
              <a:cxnLst/>
              <a:rect l="l" t="t" r="r" b="b"/>
              <a:pathLst>
                <a:path w="9657" h="5799" extrusionOk="0">
                  <a:moveTo>
                    <a:pt x="9288" y="357"/>
                  </a:moveTo>
                  <a:lnTo>
                    <a:pt x="9288" y="2072"/>
                  </a:lnTo>
                  <a:cubicBezTo>
                    <a:pt x="9288" y="3917"/>
                    <a:pt x="7776" y="5418"/>
                    <a:pt x="5930" y="5418"/>
                  </a:cubicBezTo>
                  <a:cubicBezTo>
                    <a:pt x="4585" y="5418"/>
                    <a:pt x="3358" y="4620"/>
                    <a:pt x="2834" y="3370"/>
                  </a:cubicBezTo>
                  <a:cubicBezTo>
                    <a:pt x="2811" y="3310"/>
                    <a:pt x="2751" y="3263"/>
                    <a:pt x="2668" y="3263"/>
                  </a:cubicBezTo>
                  <a:lnTo>
                    <a:pt x="2227" y="3263"/>
                  </a:lnTo>
                  <a:cubicBezTo>
                    <a:pt x="1203" y="3263"/>
                    <a:pt x="346" y="2429"/>
                    <a:pt x="346" y="1393"/>
                  </a:cubicBezTo>
                  <a:cubicBezTo>
                    <a:pt x="358" y="1012"/>
                    <a:pt x="477" y="655"/>
                    <a:pt x="668" y="357"/>
                  </a:cubicBezTo>
                  <a:lnTo>
                    <a:pt x="8335" y="357"/>
                  </a:lnTo>
                  <a:lnTo>
                    <a:pt x="8335" y="1131"/>
                  </a:lnTo>
                  <a:cubicBezTo>
                    <a:pt x="8335" y="1238"/>
                    <a:pt x="8407" y="1310"/>
                    <a:pt x="8514" y="1310"/>
                  </a:cubicBezTo>
                  <a:cubicBezTo>
                    <a:pt x="8609" y="1310"/>
                    <a:pt x="8692" y="1238"/>
                    <a:pt x="8692" y="1131"/>
                  </a:cubicBezTo>
                  <a:lnTo>
                    <a:pt x="8692" y="357"/>
                  </a:lnTo>
                  <a:close/>
                  <a:moveTo>
                    <a:pt x="572" y="0"/>
                  </a:moveTo>
                  <a:cubicBezTo>
                    <a:pt x="513" y="0"/>
                    <a:pt x="477" y="36"/>
                    <a:pt x="429" y="84"/>
                  </a:cubicBezTo>
                  <a:cubicBezTo>
                    <a:pt x="144" y="465"/>
                    <a:pt x="1" y="917"/>
                    <a:pt x="1" y="1381"/>
                  </a:cubicBezTo>
                  <a:cubicBezTo>
                    <a:pt x="1" y="2620"/>
                    <a:pt x="1013" y="3620"/>
                    <a:pt x="2227" y="3620"/>
                  </a:cubicBezTo>
                  <a:lnTo>
                    <a:pt x="2561" y="3620"/>
                  </a:lnTo>
                  <a:cubicBezTo>
                    <a:pt x="3168" y="4941"/>
                    <a:pt x="4478" y="5799"/>
                    <a:pt x="5930" y="5799"/>
                  </a:cubicBezTo>
                  <a:cubicBezTo>
                    <a:pt x="7990" y="5799"/>
                    <a:pt x="9657" y="4132"/>
                    <a:pt x="9657" y="2072"/>
                  </a:cubicBezTo>
                  <a:lnTo>
                    <a:pt x="9657" y="179"/>
                  </a:lnTo>
                  <a:cubicBezTo>
                    <a:pt x="9657" y="84"/>
                    <a:pt x="9585" y="0"/>
                    <a:pt x="947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44" name="Google Shape;8569;p58"/>
            <p:cNvSpPr/>
            <p:nvPr/>
          </p:nvSpPr>
          <p:spPr>
            <a:xfrm>
              <a:off x="2155877" y="4319620"/>
              <a:ext cx="93423" cy="99488"/>
            </a:xfrm>
            <a:custGeom>
              <a:avLst/>
              <a:gdLst/>
              <a:ahLst/>
              <a:cxnLst/>
              <a:rect l="l" t="t" r="r" b="b"/>
              <a:pathLst>
                <a:path w="2942" h="3133" extrusionOk="0">
                  <a:moveTo>
                    <a:pt x="2763" y="1"/>
                  </a:moveTo>
                  <a:cubicBezTo>
                    <a:pt x="2656" y="1"/>
                    <a:pt x="2584" y="72"/>
                    <a:pt x="2584" y="179"/>
                  </a:cubicBezTo>
                  <a:lnTo>
                    <a:pt x="2584" y="382"/>
                  </a:lnTo>
                  <a:cubicBezTo>
                    <a:pt x="2584" y="1703"/>
                    <a:pt x="1513" y="2775"/>
                    <a:pt x="179" y="2775"/>
                  </a:cubicBezTo>
                  <a:cubicBezTo>
                    <a:pt x="84" y="2775"/>
                    <a:pt x="0" y="2858"/>
                    <a:pt x="0" y="2954"/>
                  </a:cubicBezTo>
                  <a:cubicBezTo>
                    <a:pt x="0" y="3061"/>
                    <a:pt x="84" y="3132"/>
                    <a:pt x="179" y="3132"/>
                  </a:cubicBezTo>
                  <a:cubicBezTo>
                    <a:pt x="1703" y="3132"/>
                    <a:pt x="2941" y="1906"/>
                    <a:pt x="2941" y="382"/>
                  </a:cubicBezTo>
                  <a:lnTo>
                    <a:pt x="2941" y="179"/>
                  </a:lnTo>
                  <a:cubicBezTo>
                    <a:pt x="2941" y="72"/>
                    <a:pt x="2858" y="1"/>
                    <a:pt x="276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</p:grpSp>
      <p:grpSp>
        <p:nvGrpSpPr>
          <p:cNvPr id="45" name="Google Shape;8589;p58"/>
          <p:cNvGrpSpPr/>
          <p:nvPr/>
        </p:nvGrpSpPr>
        <p:grpSpPr>
          <a:xfrm>
            <a:off x="3644705" y="3014443"/>
            <a:ext cx="344065" cy="368644"/>
            <a:chOff x="4149138" y="4121151"/>
            <a:chExt cx="344065" cy="368644"/>
          </a:xfrm>
        </p:grpSpPr>
        <p:sp>
          <p:nvSpPr>
            <p:cNvPr id="46" name="Google Shape;8590;p58"/>
            <p:cNvSpPr/>
            <p:nvPr/>
          </p:nvSpPr>
          <p:spPr>
            <a:xfrm>
              <a:off x="4205853" y="4182724"/>
              <a:ext cx="225746" cy="307071"/>
            </a:xfrm>
            <a:custGeom>
              <a:avLst/>
              <a:gdLst/>
              <a:ahLst/>
              <a:cxnLst/>
              <a:rect l="l" t="t" r="r" b="b"/>
              <a:pathLst>
                <a:path w="7109" h="9670" extrusionOk="0">
                  <a:moveTo>
                    <a:pt x="3643" y="359"/>
                  </a:moveTo>
                  <a:cubicBezTo>
                    <a:pt x="4417" y="359"/>
                    <a:pt x="5132" y="645"/>
                    <a:pt x="5703" y="1157"/>
                  </a:cubicBezTo>
                  <a:cubicBezTo>
                    <a:pt x="6358" y="1752"/>
                    <a:pt x="6751" y="2597"/>
                    <a:pt x="6751" y="3478"/>
                  </a:cubicBezTo>
                  <a:cubicBezTo>
                    <a:pt x="6739" y="4074"/>
                    <a:pt x="6572" y="4669"/>
                    <a:pt x="6251" y="5157"/>
                  </a:cubicBezTo>
                  <a:cubicBezTo>
                    <a:pt x="5929" y="5645"/>
                    <a:pt x="5489" y="6038"/>
                    <a:pt x="4953" y="6288"/>
                  </a:cubicBezTo>
                  <a:cubicBezTo>
                    <a:pt x="4620" y="6431"/>
                    <a:pt x="4417" y="6776"/>
                    <a:pt x="4417" y="7146"/>
                  </a:cubicBezTo>
                  <a:lnTo>
                    <a:pt x="4417" y="7360"/>
                  </a:lnTo>
                  <a:lnTo>
                    <a:pt x="2834" y="7360"/>
                  </a:lnTo>
                  <a:lnTo>
                    <a:pt x="2834" y="7146"/>
                  </a:lnTo>
                  <a:cubicBezTo>
                    <a:pt x="2834" y="6776"/>
                    <a:pt x="2631" y="6455"/>
                    <a:pt x="2298" y="6288"/>
                  </a:cubicBezTo>
                  <a:cubicBezTo>
                    <a:pt x="1084" y="5705"/>
                    <a:pt x="381" y="4407"/>
                    <a:pt x="548" y="3074"/>
                  </a:cubicBezTo>
                  <a:cubicBezTo>
                    <a:pt x="726" y="1669"/>
                    <a:pt x="1869" y="526"/>
                    <a:pt x="3286" y="383"/>
                  </a:cubicBezTo>
                  <a:cubicBezTo>
                    <a:pt x="3405" y="359"/>
                    <a:pt x="3524" y="359"/>
                    <a:pt x="3643" y="359"/>
                  </a:cubicBezTo>
                  <a:close/>
                  <a:moveTo>
                    <a:pt x="4417" y="7729"/>
                  </a:moveTo>
                  <a:lnTo>
                    <a:pt x="4417" y="8324"/>
                  </a:lnTo>
                  <a:cubicBezTo>
                    <a:pt x="4417" y="8443"/>
                    <a:pt x="4322" y="8539"/>
                    <a:pt x="4203" y="8539"/>
                  </a:cubicBezTo>
                  <a:lnTo>
                    <a:pt x="3048" y="8539"/>
                  </a:lnTo>
                  <a:cubicBezTo>
                    <a:pt x="2929" y="8539"/>
                    <a:pt x="2834" y="8443"/>
                    <a:pt x="2834" y="8324"/>
                  </a:cubicBezTo>
                  <a:lnTo>
                    <a:pt x="2834" y="7729"/>
                  </a:lnTo>
                  <a:close/>
                  <a:moveTo>
                    <a:pt x="4024" y="8896"/>
                  </a:moveTo>
                  <a:lnTo>
                    <a:pt x="4024" y="9098"/>
                  </a:lnTo>
                  <a:cubicBezTo>
                    <a:pt x="4024" y="9217"/>
                    <a:pt x="3941" y="9313"/>
                    <a:pt x="3822" y="9313"/>
                  </a:cubicBezTo>
                  <a:lnTo>
                    <a:pt x="3429" y="9313"/>
                  </a:lnTo>
                  <a:cubicBezTo>
                    <a:pt x="3310" y="9313"/>
                    <a:pt x="3227" y="9217"/>
                    <a:pt x="3227" y="9098"/>
                  </a:cubicBezTo>
                  <a:lnTo>
                    <a:pt x="3227" y="8896"/>
                  </a:lnTo>
                  <a:close/>
                  <a:moveTo>
                    <a:pt x="3658" y="1"/>
                  </a:moveTo>
                  <a:cubicBezTo>
                    <a:pt x="3519" y="1"/>
                    <a:pt x="3379" y="9"/>
                    <a:pt x="3239" y="26"/>
                  </a:cubicBezTo>
                  <a:cubicBezTo>
                    <a:pt x="1667" y="204"/>
                    <a:pt x="381" y="1466"/>
                    <a:pt x="191" y="3026"/>
                  </a:cubicBezTo>
                  <a:cubicBezTo>
                    <a:pt x="0" y="4526"/>
                    <a:pt x="786" y="5979"/>
                    <a:pt x="2155" y="6610"/>
                  </a:cubicBezTo>
                  <a:cubicBezTo>
                    <a:pt x="2358" y="6705"/>
                    <a:pt x="2477" y="6931"/>
                    <a:pt x="2477" y="7146"/>
                  </a:cubicBezTo>
                  <a:lnTo>
                    <a:pt x="2477" y="8324"/>
                  </a:lnTo>
                  <a:cubicBezTo>
                    <a:pt x="2477" y="8574"/>
                    <a:pt x="2643" y="8789"/>
                    <a:pt x="2870" y="8860"/>
                  </a:cubicBezTo>
                  <a:lnTo>
                    <a:pt x="2870" y="9098"/>
                  </a:lnTo>
                  <a:cubicBezTo>
                    <a:pt x="2870" y="9408"/>
                    <a:pt x="3120" y="9670"/>
                    <a:pt x="3429" y="9670"/>
                  </a:cubicBezTo>
                  <a:lnTo>
                    <a:pt x="3822" y="9670"/>
                  </a:lnTo>
                  <a:cubicBezTo>
                    <a:pt x="4132" y="9670"/>
                    <a:pt x="4382" y="9408"/>
                    <a:pt x="4382" y="9098"/>
                  </a:cubicBezTo>
                  <a:lnTo>
                    <a:pt x="4382" y="8860"/>
                  </a:lnTo>
                  <a:cubicBezTo>
                    <a:pt x="4608" y="8789"/>
                    <a:pt x="4775" y="8574"/>
                    <a:pt x="4775" y="8324"/>
                  </a:cubicBezTo>
                  <a:lnTo>
                    <a:pt x="4775" y="7146"/>
                  </a:lnTo>
                  <a:cubicBezTo>
                    <a:pt x="4775" y="6931"/>
                    <a:pt x="4906" y="6717"/>
                    <a:pt x="5096" y="6610"/>
                  </a:cubicBezTo>
                  <a:cubicBezTo>
                    <a:pt x="5691" y="6336"/>
                    <a:pt x="6191" y="5895"/>
                    <a:pt x="6549" y="5348"/>
                  </a:cubicBezTo>
                  <a:cubicBezTo>
                    <a:pt x="6906" y="4788"/>
                    <a:pt x="7096" y="4133"/>
                    <a:pt x="7096" y="3455"/>
                  </a:cubicBezTo>
                  <a:cubicBezTo>
                    <a:pt x="7108" y="2490"/>
                    <a:pt x="6680" y="1538"/>
                    <a:pt x="5953" y="883"/>
                  </a:cubicBezTo>
                  <a:cubicBezTo>
                    <a:pt x="5309" y="310"/>
                    <a:pt x="4506" y="1"/>
                    <a:pt x="3658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47" name="Google Shape;8591;p58"/>
            <p:cNvSpPr/>
            <p:nvPr/>
          </p:nvSpPr>
          <p:spPr>
            <a:xfrm>
              <a:off x="4444777" y="4287484"/>
              <a:ext cx="48426" cy="11400"/>
            </a:xfrm>
            <a:custGeom>
              <a:avLst/>
              <a:gdLst/>
              <a:ahLst/>
              <a:cxnLst/>
              <a:rect l="l" t="t" r="r" b="b"/>
              <a:pathLst>
                <a:path w="1525" h="359" extrusionOk="0">
                  <a:moveTo>
                    <a:pt x="180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75"/>
                    <a:pt x="72" y="358"/>
                    <a:pt x="180" y="358"/>
                  </a:cubicBezTo>
                  <a:lnTo>
                    <a:pt x="1346" y="358"/>
                  </a:lnTo>
                  <a:cubicBezTo>
                    <a:pt x="1442" y="358"/>
                    <a:pt x="1525" y="275"/>
                    <a:pt x="1525" y="179"/>
                  </a:cubicBezTo>
                  <a:cubicBezTo>
                    <a:pt x="1525" y="72"/>
                    <a:pt x="1430" y="1"/>
                    <a:pt x="134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48" name="Google Shape;8592;p58"/>
            <p:cNvSpPr/>
            <p:nvPr/>
          </p:nvSpPr>
          <p:spPr>
            <a:xfrm>
              <a:off x="4149138" y="4287484"/>
              <a:ext cx="48426" cy="11400"/>
            </a:xfrm>
            <a:custGeom>
              <a:avLst/>
              <a:gdLst/>
              <a:ahLst/>
              <a:cxnLst/>
              <a:rect l="l" t="t" r="r" b="b"/>
              <a:pathLst>
                <a:path w="1525" h="359" extrusionOk="0">
                  <a:moveTo>
                    <a:pt x="179" y="1"/>
                  </a:moveTo>
                  <a:cubicBezTo>
                    <a:pt x="72" y="1"/>
                    <a:pt x="0" y="72"/>
                    <a:pt x="0" y="179"/>
                  </a:cubicBezTo>
                  <a:cubicBezTo>
                    <a:pt x="0" y="275"/>
                    <a:pt x="72" y="358"/>
                    <a:pt x="179" y="358"/>
                  </a:cubicBezTo>
                  <a:lnTo>
                    <a:pt x="1334" y="358"/>
                  </a:lnTo>
                  <a:cubicBezTo>
                    <a:pt x="1441" y="358"/>
                    <a:pt x="1512" y="275"/>
                    <a:pt x="1512" y="179"/>
                  </a:cubicBezTo>
                  <a:cubicBezTo>
                    <a:pt x="1524" y="72"/>
                    <a:pt x="1441" y="1"/>
                    <a:pt x="133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49" name="Google Shape;8593;p58"/>
            <p:cNvSpPr/>
            <p:nvPr/>
          </p:nvSpPr>
          <p:spPr>
            <a:xfrm>
              <a:off x="4315471" y="4121151"/>
              <a:ext cx="11400" cy="48045"/>
            </a:xfrm>
            <a:custGeom>
              <a:avLst/>
              <a:gdLst/>
              <a:ahLst/>
              <a:cxnLst/>
              <a:rect l="l" t="t" r="r" b="b"/>
              <a:pathLst>
                <a:path w="359" h="1513" extrusionOk="0">
                  <a:moveTo>
                    <a:pt x="180" y="0"/>
                  </a:moveTo>
                  <a:cubicBezTo>
                    <a:pt x="72" y="0"/>
                    <a:pt x="1" y="72"/>
                    <a:pt x="1" y="179"/>
                  </a:cubicBezTo>
                  <a:lnTo>
                    <a:pt x="1" y="1334"/>
                  </a:lnTo>
                  <a:cubicBezTo>
                    <a:pt x="1" y="1441"/>
                    <a:pt x="72" y="1512"/>
                    <a:pt x="180" y="1512"/>
                  </a:cubicBezTo>
                  <a:cubicBezTo>
                    <a:pt x="275" y="1512"/>
                    <a:pt x="358" y="1441"/>
                    <a:pt x="358" y="1334"/>
                  </a:cubicBezTo>
                  <a:lnTo>
                    <a:pt x="358" y="179"/>
                  </a:lnTo>
                  <a:cubicBezTo>
                    <a:pt x="358" y="72"/>
                    <a:pt x="275" y="0"/>
                    <a:pt x="18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50" name="Google Shape;8594;p58"/>
            <p:cNvSpPr/>
            <p:nvPr/>
          </p:nvSpPr>
          <p:spPr>
            <a:xfrm>
              <a:off x="4378632" y="4159575"/>
              <a:ext cx="22705" cy="27754"/>
            </a:xfrm>
            <a:custGeom>
              <a:avLst/>
              <a:gdLst/>
              <a:ahLst/>
              <a:cxnLst/>
              <a:rect l="l" t="t" r="r" b="b"/>
              <a:pathLst>
                <a:path w="715" h="874" extrusionOk="0">
                  <a:moveTo>
                    <a:pt x="513" y="0"/>
                  </a:moveTo>
                  <a:cubicBezTo>
                    <a:pt x="451" y="0"/>
                    <a:pt x="387" y="27"/>
                    <a:pt x="346" y="76"/>
                  </a:cubicBezTo>
                  <a:lnTo>
                    <a:pt x="48" y="588"/>
                  </a:lnTo>
                  <a:cubicBezTo>
                    <a:pt x="0" y="671"/>
                    <a:pt x="24" y="778"/>
                    <a:pt x="107" y="838"/>
                  </a:cubicBezTo>
                  <a:cubicBezTo>
                    <a:pt x="131" y="850"/>
                    <a:pt x="167" y="874"/>
                    <a:pt x="191" y="874"/>
                  </a:cubicBezTo>
                  <a:cubicBezTo>
                    <a:pt x="250" y="874"/>
                    <a:pt x="310" y="838"/>
                    <a:pt x="358" y="778"/>
                  </a:cubicBezTo>
                  <a:lnTo>
                    <a:pt x="655" y="278"/>
                  </a:lnTo>
                  <a:cubicBezTo>
                    <a:pt x="715" y="171"/>
                    <a:pt x="691" y="64"/>
                    <a:pt x="596" y="16"/>
                  </a:cubicBezTo>
                  <a:cubicBezTo>
                    <a:pt x="570" y="5"/>
                    <a:pt x="542" y="0"/>
                    <a:pt x="51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51" name="Google Shape;8595;p58"/>
            <p:cNvSpPr/>
            <p:nvPr/>
          </p:nvSpPr>
          <p:spPr>
            <a:xfrm>
              <a:off x="4240243" y="4399103"/>
              <a:ext cx="22705" cy="27563"/>
            </a:xfrm>
            <a:custGeom>
              <a:avLst/>
              <a:gdLst/>
              <a:ahLst/>
              <a:cxnLst/>
              <a:rect l="l" t="t" r="r" b="b"/>
              <a:pathLst>
                <a:path w="715" h="868" extrusionOk="0">
                  <a:moveTo>
                    <a:pt x="507" y="0"/>
                  </a:moveTo>
                  <a:cubicBezTo>
                    <a:pt x="444" y="0"/>
                    <a:pt x="387" y="33"/>
                    <a:pt x="346" y="82"/>
                  </a:cubicBezTo>
                  <a:lnTo>
                    <a:pt x="48" y="594"/>
                  </a:lnTo>
                  <a:cubicBezTo>
                    <a:pt x="1" y="677"/>
                    <a:pt x="24" y="784"/>
                    <a:pt x="108" y="844"/>
                  </a:cubicBezTo>
                  <a:cubicBezTo>
                    <a:pt x="132" y="855"/>
                    <a:pt x="155" y="867"/>
                    <a:pt x="191" y="867"/>
                  </a:cubicBezTo>
                  <a:cubicBezTo>
                    <a:pt x="251" y="867"/>
                    <a:pt x="310" y="844"/>
                    <a:pt x="358" y="784"/>
                  </a:cubicBezTo>
                  <a:lnTo>
                    <a:pt x="655" y="272"/>
                  </a:lnTo>
                  <a:cubicBezTo>
                    <a:pt x="715" y="189"/>
                    <a:pt x="679" y="82"/>
                    <a:pt x="596" y="22"/>
                  </a:cubicBezTo>
                  <a:cubicBezTo>
                    <a:pt x="566" y="7"/>
                    <a:pt x="536" y="0"/>
                    <a:pt x="50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52" name="Google Shape;8596;p58"/>
            <p:cNvSpPr/>
            <p:nvPr/>
          </p:nvSpPr>
          <p:spPr>
            <a:xfrm>
              <a:off x="4240243" y="4159130"/>
              <a:ext cx="22705" cy="28198"/>
            </a:xfrm>
            <a:custGeom>
              <a:avLst/>
              <a:gdLst/>
              <a:ahLst/>
              <a:cxnLst/>
              <a:rect l="l" t="t" r="r" b="b"/>
              <a:pathLst>
                <a:path w="715" h="888" extrusionOk="0">
                  <a:moveTo>
                    <a:pt x="213" y="1"/>
                  </a:moveTo>
                  <a:cubicBezTo>
                    <a:pt x="181" y="1"/>
                    <a:pt x="148" y="10"/>
                    <a:pt x="120" y="30"/>
                  </a:cubicBezTo>
                  <a:cubicBezTo>
                    <a:pt x="24" y="78"/>
                    <a:pt x="1" y="197"/>
                    <a:pt x="60" y="292"/>
                  </a:cubicBezTo>
                  <a:lnTo>
                    <a:pt x="358" y="792"/>
                  </a:lnTo>
                  <a:cubicBezTo>
                    <a:pt x="382" y="852"/>
                    <a:pt x="441" y="888"/>
                    <a:pt x="525" y="888"/>
                  </a:cubicBezTo>
                  <a:cubicBezTo>
                    <a:pt x="548" y="888"/>
                    <a:pt x="584" y="864"/>
                    <a:pt x="608" y="852"/>
                  </a:cubicBezTo>
                  <a:cubicBezTo>
                    <a:pt x="679" y="792"/>
                    <a:pt x="715" y="685"/>
                    <a:pt x="667" y="602"/>
                  </a:cubicBezTo>
                  <a:lnTo>
                    <a:pt x="370" y="90"/>
                  </a:lnTo>
                  <a:cubicBezTo>
                    <a:pt x="338" y="35"/>
                    <a:pt x="276" y="1"/>
                    <a:pt x="21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53" name="Google Shape;8597;p58"/>
            <p:cNvSpPr/>
            <p:nvPr/>
          </p:nvSpPr>
          <p:spPr>
            <a:xfrm>
              <a:off x="4378632" y="4399230"/>
              <a:ext cx="22705" cy="28198"/>
            </a:xfrm>
            <a:custGeom>
              <a:avLst/>
              <a:gdLst/>
              <a:ahLst/>
              <a:cxnLst/>
              <a:rect l="l" t="t" r="r" b="b"/>
              <a:pathLst>
                <a:path w="715" h="888" extrusionOk="0">
                  <a:moveTo>
                    <a:pt x="221" y="0"/>
                  </a:moveTo>
                  <a:cubicBezTo>
                    <a:pt x="187" y="0"/>
                    <a:pt x="152" y="10"/>
                    <a:pt x="119" y="30"/>
                  </a:cubicBezTo>
                  <a:cubicBezTo>
                    <a:pt x="24" y="78"/>
                    <a:pt x="0" y="197"/>
                    <a:pt x="60" y="292"/>
                  </a:cubicBezTo>
                  <a:lnTo>
                    <a:pt x="358" y="792"/>
                  </a:lnTo>
                  <a:cubicBezTo>
                    <a:pt x="393" y="851"/>
                    <a:pt x="453" y="887"/>
                    <a:pt x="524" y="887"/>
                  </a:cubicBezTo>
                  <a:cubicBezTo>
                    <a:pt x="548" y="887"/>
                    <a:pt x="584" y="863"/>
                    <a:pt x="608" y="851"/>
                  </a:cubicBezTo>
                  <a:cubicBezTo>
                    <a:pt x="691" y="792"/>
                    <a:pt x="715" y="673"/>
                    <a:pt x="667" y="601"/>
                  </a:cubicBezTo>
                  <a:lnTo>
                    <a:pt x="369" y="89"/>
                  </a:lnTo>
                  <a:cubicBezTo>
                    <a:pt x="346" y="35"/>
                    <a:pt x="286" y="0"/>
                    <a:pt x="22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54" name="Google Shape;8598;p58"/>
            <p:cNvSpPr/>
            <p:nvPr/>
          </p:nvSpPr>
          <p:spPr>
            <a:xfrm>
              <a:off x="4426264" y="4351851"/>
              <a:ext cx="29532" cy="21117"/>
            </a:xfrm>
            <a:custGeom>
              <a:avLst/>
              <a:gdLst/>
              <a:ahLst/>
              <a:cxnLst/>
              <a:rect l="l" t="t" r="r" b="b"/>
              <a:pathLst>
                <a:path w="930" h="665" extrusionOk="0">
                  <a:moveTo>
                    <a:pt x="215" y="0"/>
                  </a:moveTo>
                  <a:cubicBezTo>
                    <a:pt x="152" y="0"/>
                    <a:pt x="89" y="32"/>
                    <a:pt x="48" y="81"/>
                  </a:cubicBezTo>
                  <a:cubicBezTo>
                    <a:pt x="1" y="177"/>
                    <a:pt x="36" y="272"/>
                    <a:pt x="108" y="331"/>
                  </a:cubicBezTo>
                  <a:lnTo>
                    <a:pt x="608" y="629"/>
                  </a:lnTo>
                  <a:cubicBezTo>
                    <a:pt x="643" y="653"/>
                    <a:pt x="667" y="665"/>
                    <a:pt x="703" y="665"/>
                  </a:cubicBezTo>
                  <a:cubicBezTo>
                    <a:pt x="763" y="665"/>
                    <a:pt x="822" y="629"/>
                    <a:pt x="870" y="569"/>
                  </a:cubicBezTo>
                  <a:cubicBezTo>
                    <a:pt x="929" y="486"/>
                    <a:pt x="893" y="367"/>
                    <a:pt x="810" y="319"/>
                  </a:cubicBezTo>
                  <a:lnTo>
                    <a:pt x="298" y="22"/>
                  </a:lnTo>
                  <a:cubicBezTo>
                    <a:pt x="272" y="7"/>
                    <a:pt x="244" y="0"/>
                    <a:pt x="21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55" name="Google Shape;8599;p58"/>
            <p:cNvSpPr/>
            <p:nvPr/>
          </p:nvSpPr>
          <p:spPr>
            <a:xfrm>
              <a:off x="4186196" y="4213463"/>
              <a:ext cx="29500" cy="21117"/>
            </a:xfrm>
            <a:custGeom>
              <a:avLst/>
              <a:gdLst/>
              <a:ahLst/>
              <a:cxnLst/>
              <a:rect l="l" t="t" r="r" b="b"/>
              <a:pathLst>
                <a:path w="929" h="665" extrusionOk="0">
                  <a:moveTo>
                    <a:pt x="214" y="0"/>
                  </a:moveTo>
                  <a:cubicBezTo>
                    <a:pt x="152" y="0"/>
                    <a:pt x="89" y="33"/>
                    <a:pt x="48" y="82"/>
                  </a:cubicBezTo>
                  <a:cubicBezTo>
                    <a:pt x="0" y="165"/>
                    <a:pt x="36" y="272"/>
                    <a:pt x="107" y="332"/>
                  </a:cubicBezTo>
                  <a:lnTo>
                    <a:pt x="619" y="629"/>
                  </a:lnTo>
                  <a:cubicBezTo>
                    <a:pt x="643" y="641"/>
                    <a:pt x="667" y="665"/>
                    <a:pt x="703" y="665"/>
                  </a:cubicBezTo>
                  <a:cubicBezTo>
                    <a:pt x="762" y="665"/>
                    <a:pt x="822" y="629"/>
                    <a:pt x="869" y="570"/>
                  </a:cubicBezTo>
                  <a:cubicBezTo>
                    <a:pt x="929" y="463"/>
                    <a:pt x="893" y="367"/>
                    <a:pt x="810" y="320"/>
                  </a:cubicBezTo>
                  <a:lnTo>
                    <a:pt x="298" y="22"/>
                  </a:lnTo>
                  <a:cubicBezTo>
                    <a:pt x="272" y="7"/>
                    <a:pt x="243" y="0"/>
                    <a:pt x="21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56" name="Google Shape;8600;p58"/>
            <p:cNvSpPr/>
            <p:nvPr/>
          </p:nvSpPr>
          <p:spPr>
            <a:xfrm>
              <a:off x="4425883" y="4213590"/>
              <a:ext cx="29913" cy="21371"/>
            </a:xfrm>
            <a:custGeom>
              <a:avLst/>
              <a:gdLst/>
              <a:ahLst/>
              <a:cxnLst/>
              <a:rect l="l" t="t" r="r" b="b"/>
              <a:pathLst>
                <a:path w="942" h="673" extrusionOk="0">
                  <a:moveTo>
                    <a:pt x="725" y="0"/>
                  </a:moveTo>
                  <a:cubicBezTo>
                    <a:pt x="693" y="0"/>
                    <a:pt x="660" y="10"/>
                    <a:pt x="632" y="30"/>
                  </a:cubicBezTo>
                  <a:lnTo>
                    <a:pt x="120" y="328"/>
                  </a:lnTo>
                  <a:cubicBezTo>
                    <a:pt x="36" y="375"/>
                    <a:pt x="1" y="494"/>
                    <a:pt x="60" y="578"/>
                  </a:cubicBezTo>
                  <a:cubicBezTo>
                    <a:pt x="96" y="637"/>
                    <a:pt x="155" y="673"/>
                    <a:pt x="227" y="673"/>
                  </a:cubicBezTo>
                  <a:cubicBezTo>
                    <a:pt x="251" y="673"/>
                    <a:pt x="286" y="661"/>
                    <a:pt x="310" y="637"/>
                  </a:cubicBezTo>
                  <a:lnTo>
                    <a:pt x="822" y="340"/>
                  </a:lnTo>
                  <a:cubicBezTo>
                    <a:pt x="905" y="280"/>
                    <a:pt x="941" y="161"/>
                    <a:pt x="882" y="89"/>
                  </a:cubicBezTo>
                  <a:cubicBezTo>
                    <a:pt x="850" y="35"/>
                    <a:pt x="788" y="0"/>
                    <a:pt x="72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57" name="Google Shape;8601;p58"/>
            <p:cNvSpPr/>
            <p:nvPr/>
          </p:nvSpPr>
          <p:spPr>
            <a:xfrm>
              <a:off x="4186196" y="4351978"/>
              <a:ext cx="29500" cy="21371"/>
            </a:xfrm>
            <a:custGeom>
              <a:avLst/>
              <a:gdLst/>
              <a:ahLst/>
              <a:cxnLst/>
              <a:rect l="l" t="t" r="r" b="b"/>
              <a:pathLst>
                <a:path w="929" h="673" extrusionOk="0">
                  <a:moveTo>
                    <a:pt x="725" y="0"/>
                  </a:moveTo>
                  <a:cubicBezTo>
                    <a:pt x="692" y="0"/>
                    <a:pt x="660" y="9"/>
                    <a:pt x="631" y="30"/>
                  </a:cubicBezTo>
                  <a:lnTo>
                    <a:pt x="119" y="327"/>
                  </a:lnTo>
                  <a:cubicBezTo>
                    <a:pt x="36" y="375"/>
                    <a:pt x="0" y="494"/>
                    <a:pt x="60" y="589"/>
                  </a:cubicBezTo>
                  <a:cubicBezTo>
                    <a:pt x="95" y="649"/>
                    <a:pt x="155" y="673"/>
                    <a:pt x="226" y="673"/>
                  </a:cubicBezTo>
                  <a:cubicBezTo>
                    <a:pt x="262" y="673"/>
                    <a:pt x="286" y="661"/>
                    <a:pt x="322" y="649"/>
                  </a:cubicBezTo>
                  <a:lnTo>
                    <a:pt x="822" y="351"/>
                  </a:lnTo>
                  <a:cubicBezTo>
                    <a:pt x="893" y="292"/>
                    <a:pt x="929" y="173"/>
                    <a:pt x="881" y="89"/>
                  </a:cubicBezTo>
                  <a:cubicBezTo>
                    <a:pt x="850" y="34"/>
                    <a:pt x="787" y="0"/>
                    <a:pt x="72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</p:grpSp>
      <p:grpSp>
        <p:nvGrpSpPr>
          <p:cNvPr id="58" name="Google Shape;8632;p58"/>
          <p:cNvGrpSpPr/>
          <p:nvPr/>
        </p:nvGrpSpPr>
        <p:grpSpPr>
          <a:xfrm>
            <a:off x="5211706" y="3040754"/>
            <a:ext cx="374177" cy="374263"/>
            <a:chOff x="775325" y="4143525"/>
            <a:chExt cx="468776" cy="468884"/>
          </a:xfrm>
        </p:grpSpPr>
        <p:sp>
          <p:nvSpPr>
            <p:cNvPr id="59" name="Google Shape;8633;p58"/>
            <p:cNvSpPr/>
            <p:nvPr/>
          </p:nvSpPr>
          <p:spPr>
            <a:xfrm>
              <a:off x="851953" y="4143525"/>
              <a:ext cx="392147" cy="390479"/>
            </a:xfrm>
            <a:custGeom>
              <a:avLst/>
              <a:gdLst/>
              <a:ahLst/>
              <a:cxnLst/>
              <a:rect l="l" t="t" r="r" b="b"/>
              <a:pathLst>
                <a:path w="36428" h="36273" extrusionOk="0">
                  <a:moveTo>
                    <a:pt x="31907" y="5435"/>
                  </a:moveTo>
                  <a:lnTo>
                    <a:pt x="20788" y="22612"/>
                  </a:lnTo>
                  <a:lnTo>
                    <a:pt x="18511" y="26131"/>
                  </a:lnTo>
                  <a:lnTo>
                    <a:pt x="8884" y="28458"/>
                  </a:lnTo>
                  <a:lnTo>
                    <a:pt x="31907" y="5435"/>
                  </a:lnTo>
                  <a:close/>
                  <a:moveTo>
                    <a:pt x="35713" y="94"/>
                  </a:moveTo>
                  <a:cubicBezTo>
                    <a:pt x="35665" y="94"/>
                    <a:pt x="35615" y="100"/>
                    <a:pt x="35565" y="112"/>
                  </a:cubicBezTo>
                  <a:lnTo>
                    <a:pt x="35564" y="112"/>
                  </a:lnTo>
                  <a:cubicBezTo>
                    <a:pt x="35555" y="114"/>
                    <a:pt x="36041" y="1"/>
                    <a:pt x="660" y="8270"/>
                  </a:cubicBezTo>
                  <a:cubicBezTo>
                    <a:pt x="169" y="8385"/>
                    <a:pt x="0" y="8998"/>
                    <a:pt x="362" y="9348"/>
                  </a:cubicBezTo>
                  <a:lnTo>
                    <a:pt x="1592" y="10537"/>
                  </a:lnTo>
                  <a:cubicBezTo>
                    <a:pt x="1716" y="10656"/>
                    <a:pt x="1875" y="10715"/>
                    <a:pt x="2034" y="10715"/>
                  </a:cubicBezTo>
                  <a:cubicBezTo>
                    <a:pt x="2201" y="10715"/>
                    <a:pt x="2368" y="10650"/>
                    <a:pt x="2493" y="10522"/>
                  </a:cubicBezTo>
                  <a:cubicBezTo>
                    <a:pt x="2737" y="10269"/>
                    <a:pt x="2730" y="9866"/>
                    <a:pt x="2477" y="9621"/>
                  </a:cubicBezTo>
                  <a:lnTo>
                    <a:pt x="2087" y="9244"/>
                  </a:lnTo>
                  <a:lnTo>
                    <a:pt x="32295" y="2184"/>
                  </a:lnTo>
                  <a:lnTo>
                    <a:pt x="32295" y="2184"/>
                  </a:lnTo>
                  <a:lnTo>
                    <a:pt x="9830" y="16725"/>
                  </a:lnTo>
                  <a:lnTo>
                    <a:pt x="4431" y="11509"/>
                  </a:lnTo>
                  <a:cubicBezTo>
                    <a:pt x="4307" y="11389"/>
                    <a:pt x="4148" y="11330"/>
                    <a:pt x="3988" y="11330"/>
                  </a:cubicBezTo>
                  <a:cubicBezTo>
                    <a:pt x="3821" y="11330"/>
                    <a:pt x="3655" y="11395"/>
                    <a:pt x="3530" y="11524"/>
                  </a:cubicBezTo>
                  <a:cubicBezTo>
                    <a:pt x="3286" y="11777"/>
                    <a:pt x="3293" y="12180"/>
                    <a:pt x="3546" y="12423"/>
                  </a:cubicBezTo>
                  <a:lnTo>
                    <a:pt x="9046" y="17739"/>
                  </a:lnTo>
                  <a:lnTo>
                    <a:pt x="7766" y="23038"/>
                  </a:lnTo>
                  <a:cubicBezTo>
                    <a:pt x="7683" y="23379"/>
                    <a:pt x="7894" y="23723"/>
                    <a:pt x="8235" y="23806"/>
                  </a:cubicBezTo>
                  <a:cubicBezTo>
                    <a:pt x="8286" y="23818"/>
                    <a:pt x="8336" y="23824"/>
                    <a:pt x="8385" y="23824"/>
                  </a:cubicBezTo>
                  <a:cubicBezTo>
                    <a:pt x="8673" y="23824"/>
                    <a:pt x="8933" y="23628"/>
                    <a:pt x="9004" y="23337"/>
                  </a:cubicBezTo>
                  <a:lnTo>
                    <a:pt x="10311" y="17931"/>
                  </a:lnTo>
                  <a:lnTo>
                    <a:pt x="13829" y="15653"/>
                  </a:lnTo>
                  <a:lnTo>
                    <a:pt x="31005" y="4534"/>
                  </a:lnTo>
                  <a:lnTo>
                    <a:pt x="7983" y="27557"/>
                  </a:lnTo>
                  <a:lnTo>
                    <a:pt x="8365" y="25976"/>
                  </a:lnTo>
                  <a:cubicBezTo>
                    <a:pt x="8448" y="25634"/>
                    <a:pt x="8238" y="25290"/>
                    <a:pt x="7896" y="25208"/>
                  </a:cubicBezTo>
                  <a:cubicBezTo>
                    <a:pt x="7846" y="25195"/>
                    <a:pt x="7795" y="25190"/>
                    <a:pt x="7746" y="25190"/>
                  </a:cubicBezTo>
                  <a:cubicBezTo>
                    <a:pt x="7458" y="25190"/>
                    <a:pt x="7199" y="25385"/>
                    <a:pt x="7128" y="25677"/>
                  </a:cubicBezTo>
                  <a:lnTo>
                    <a:pt x="6213" y="29459"/>
                  </a:lnTo>
                  <a:cubicBezTo>
                    <a:pt x="6114" y="29868"/>
                    <a:pt x="6434" y="30245"/>
                    <a:pt x="6831" y="30245"/>
                  </a:cubicBezTo>
                  <a:cubicBezTo>
                    <a:pt x="6880" y="30245"/>
                    <a:pt x="6931" y="30239"/>
                    <a:pt x="6981" y="30227"/>
                  </a:cubicBezTo>
                  <a:lnTo>
                    <a:pt x="18702" y="27394"/>
                  </a:lnTo>
                  <a:lnTo>
                    <a:pt x="27093" y="36078"/>
                  </a:lnTo>
                  <a:cubicBezTo>
                    <a:pt x="27222" y="36211"/>
                    <a:pt x="27386" y="36272"/>
                    <a:pt x="27548" y="36272"/>
                  </a:cubicBezTo>
                  <a:cubicBezTo>
                    <a:pt x="27827" y="36272"/>
                    <a:pt x="28099" y="36091"/>
                    <a:pt x="28171" y="35781"/>
                  </a:cubicBezTo>
                  <a:lnTo>
                    <a:pt x="33640" y="12387"/>
                  </a:lnTo>
                  <a:cubicBezTo>
                    <a:pt x="33719" y="12044"/>
                    <a:pt x="33506" y="11702"/>
                    <a:pt x="33164" y="11622"/>
                  </a:cubicBezTo>
                  <a:cubicBezTo>
                    <a:pt x="33115" y="11611"/>
                    <a:pt x="33067" y="11605"/>
                    <a:pt x="33018" y="11605"/>
                  </a:cubicBezTo>
                  <a:cubicBezTo>
                    <a:pt x="32729" y="11605"/>
                    <a:pt x="32467" y="11803"/>
                    <a:pt x="32399" y="12097"/>
                  </a:cubicBezTo>
                  <a:lnTo>
                    <a:pt x="27197" y="34353"/>
                  </a:lnTo>
                  <a:lnTo>
                    <a:pt x="19716" y="26610"/>
                  </a:lnTo>
                  <a:lnTo>
                    <a:pt x="34258" y="4147"/>
                  </a:lnTo>
                  <a:lnTo>
                    <a:pt x="33017" y="9453"/>
                  </a:lnTo>
                  <a:cubicBezTo>
                    <a:pt x="32938" y="9796"/>
                    <a:pt x="33150" y="10138"/>
                    <a:pt x="33492" y="10218"/>
                  </a:cubicBezTo>
                  <a:cubicBezTo>
                    <a:pt x="33541" y="10229"/>
                    <a:pt x="33590" y="10235"/>
                    <a:pt x="33638" y="10235"/>
                  </a:cubicBezTo>
                  <a:cubicBezTo>
                    <a:pt x="33927" y="10235"/>
                    <a:pt x="34189" y="10037"/>
                    <a:pt x="34256" y="9743"/>
                  </a:cubicBezTo>
                  <a:lnTo>
                    <a:pt x="36328" y="880"/>
                  </a:lnTo>
                  <a:cubicBezTo>
                    <a:pt x="36427" y="473"/>
                    <a:pt x="36107" y="94"/>
                    <a:pt x="35713" y="94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60" name="Google Shape;8634;p58"/>
            <p:cNvSpPr/>
            <p:nvPr/>
          </p:nvSpPr>
          <p:spPr>
            <a:xfrm>
              <a:off x="775325" y="4505404"/>
              <a:ext cx="108339" cy="107004"/>
            </a:xfrm>
            <a:custGeom>
              <a:avLst/>
              <a:gdLst/>
              <a:ahLst/>
              <a:cxnLst/>
              <a:rect l="l" t="t" r="r" b="b"/>
              <a:pathLst>
                <a:path w="10064" h="9940" extrusionOk="0">
                  <a:moveTo>
                    <a:pt x="9365" y="0"/>
                  </a:moveTo>
                  <a:cubicBezTo>
                    <a:pt x="9202" y="0"/>
                    <a:pt x="9039" y="63"/>
                    <a:pt x="8915" y="187"/>
                  </a:cubicBezTo>
                  <a:lnTo>
                    <a:pt x="249" y="8852"/>
                  </a:lnTo>
                  <a:cubicBezTo>
                    <a:pt x="0" y="9100"/>
                    <a:pt x="0" y="9503"/>
                    <a:pt x="249" y="9753"/>
                  </a:cubicBezTo>
                  <a:cubicBezTo>
                    <a:pt x="373" y="9877"/>
                    <a:pt x="536" y="9939"/>
                    <a:pt x="699" y="9939"/>
                  </a:cubicBezTo>
                  <a:cubicBezTo>
                    <a:pt x="862" y="9939"/>
                    <a:pt x="1025" y="9877"/>
                    <a:pt x="1149" y="9753"/>
                  </a:cubicBezTo>
                  <a:lnTo>
                    <a:pt x="9816" y="1087"/>
                  </a:lnTo>
                  <a:cubicBezTo>
                    <a:pt x="10064" y="838"/>
                    <a:pt x="10064" y="435"/>
                    <a:pt x="9816" y="187"/>
                  </a:cubicBezTo>
                  <a:cubicBezTo>
                    <a:pt x="9691" y="63"/>
                    <a:pt x="9528" y="0"/>
                    <a:pt x="936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61" name="Google Shape;8635;p58"/>
            <p:cNvSpPr/>
            <p:nvPr/>
          </p:nvSpPr>
          <p:spPr>
            <a:xfrm>
              <a:off x="775325" y="4437806"/>
              <a:ext cx="75430" cy="74085"/>
            </a:xfrm>
            <a:custGeom>
              <a:avLst/>
              <a:gdLst/>
              <a:ahLst/>
              <a:cxnLst/>
              <a:rect l="l" t="t" r="r" b="b"/>
              <a:pathLst>
                <a:path w="7007" h="6882" extrusionOk="0">
                  <a:moveTo>
                    <a:pt x="6307" y="0"/>
                  </a:moveTo>
                  <a:cubicBezTo>
                    <a:pt x="6144" y="0"/>
                    <a:pt x="5981" y="62"/>
                    <a:pt x="5857" y="186"/>
                  </a:cubicBezTo>
                  <a:lnTo>
                    <a:pt x="249" y="5794"/>
                  </a:lnTo>
                  <a:cubicBezTo>
                    <a:pt x="0" y="6044"/>
                    <a:pt x="0" y="6445"/>
                    <a:pt x="249" y="6695"/>
                  </a:cubicBezTo>
                  <a:cubicBezTo>
                    <a:pt x="374" y="6819"/>
                    <a:pt x="537" y="6881"/>
                    <a:pt x="699" y="6881"/>
                  </a:cubicBezTo>
                  <a:cubicBezTo>
                    <a:pt x="862" y="6881"/>
                    <a:pt x="1025" y="6819"/>
                    <a:pt x="1149" y="6695"/>
                  </a:cubicBezTo>
                  <a:lnTo>
                    <a:pt x="6757" y="1087"/>
                  </a:lnTo>
                  <a:cubicBezTo>
                    <a:pt x="7006" y="839"/>
                    <a:pt x="7006" y="436"/>
                    <a:pt x="6757" y="186"/>
                  </a:cubicBezTo>
                  <a:cubicBezTo>
                    <a:pt x="6633" y="62"/>
                    <a:pt x="6470" y="0"/>
                    <a:pt x="630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62" name="Google Shape;8636;p58"/>
            <p:cNvSpPr/>
            <p:nvPr/>
          </p:nvSpPr>
          <p:spPr>
            <a:xfrm>
              <a:off x="875829" y="4538289"/>
              <a:ext cx="75409" cy="74085"/>
            </a:xfrm>
            <a:custGeom>
              <a:avLst/>
              <a:gdLst/>
              <a:ahLst/>
              <a:cxnLst/>
              <a:rect l="l" t="t" r="r" b="b"/>
              <a:pathLst>
                <a:path w="7005" h="6882" extrusionOk="0">
                  <a:moveTo>
                    <a:pt x="6306" y="1"/>
                  </a:moveTo>
                  <a:cubicBezTo>
                    <a:pt x="6143" y="1"/>
                    <a:pt x="5980" y="63"/>
                    <a:pt x="5856" y="188"/>
                  </a:cubicBezTo>
                  <a:lnTo>
                    <a:pt x="248" y="5795"/>
                  </a:lnTo>
                  <a:cubicBezTo>
                    <a:pt x="0" y="6044"/>
                    <a:pt x="0" y="6447"/>
                    <a:pt x="248" y="6695"/>
                  </a:cubicBezTo>
                  <a:cubicBezTo>
                    <a:pt x="372" y="6819"/>
                    <a:pt x="535" y="6882"/>
                    <a:pt x="699" y="6882"/>
                  </a:cubicBezTo>
                  <a:cubicBezTo>
                    <a:pt x="862" y="6882"/>
                    <a:pt x="1025" y="6819"/>
                    <a:pt x="1149" y="6695"/>
                  </a:cubicBezTo>
                  <a:lnTo>
                    <a:pt x="6757" y="1088"/>
                  </a:lnTo>
                  <a:cubicBezTo>
                    <a:pt x="7005" y="839"/>
                    <a:pt x="7005" y="436"/>
                    <a:pt x="6757" y="188"/>
                  </a:cubicBezTo>
                  <a:cubicBezTo>
                    <a:pt x="6632" y="63"/>
                    <a:pt x="6469" y="1"/>
                    <a:pt x="630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</p:grpSp>
      <p:grpSp>
        <p:nvGrpSpPr>
          <p:cNvPr id="63" name="Google Shape;8654;p59"/>
          <p:cNvGrpSpPr/>
          <p:nvPr/>
        </p:nvGrpSpPr>
        <p:grpSpPr>
          <a:xfrm>
            <a:off x="3801716" y="1566512"/>
            <a:ext cx="374774" cy="346073"/>
            <a:chOff x="1989449" y="4282269"/>
            <a:chExt cx="374774" cy="346073"/>
          </a:xfrm>
        </p:grpSpPr>
        <p:sp>
          <p:nvSpPr>
            <p:cNvPr id="64" name="Google Shape;8655;p59"/>
            <p:cNvSpPr/>
            <p:nvPr/>
          </p:nvSpPr>
          <p:spPr>
            <a:xfrm>
              <a:off x="2067590" y="4506432"/>
              <a:ext cx="78172" cy="70941"/>
            </a:xfrm>
            <a:custGeom>
              <a:avLst/>
              <a:gdLst/>
              <a:ahLst/>
              <a:cxnLst/>
              <a:rect l="l" t="t" r="r" b="b"/>
              <a:pathLst>
                <a:path w="2454" h="2227" extrusionOk="0">
                  <a:moveTo>
                    <a:pt x="1231" y="325"/>
                  </a:moveTo>
                  <a:cubicBezTo>
                    <a:pt x="1435" y="325"/>
                    <a:pt x="1638" y="399"/>
                    <a:pt x="1786" y="548"/>
                  </a:cubicBezTo>
                  <a:cubicBezTo>
                    <a:pt x="2096" y="857"/>
                    <a:pt x="2096" y="1369"/>
                    <a:pt x="1786" y="1667"/>
                  </a:cubicBezTo>
                  <a:cubicBezTo>
                    <a:pt x="1626" y="1822"/>
                    <a:pt x="1420" y="1899"/>
                    <a:pt x="1218" y="1899"/>
                  </a:cubicBezTo>
                  <a:cubicBezTo>
                    <a:pt x="1016" y="1899"/>
                    <a:pt x="816" y="1822"/>
                    <a:pt x="667" y="1667"/>
                  </a:cubicBezTo>
                  <a:cubicBezTo>
                    <a:pt x="358" y="1357"/>
                    <a:pt x="358" y="845"/>
                    <a:pt x="667" y="548"/>
                  </a:cubicBezTo>
                  <a:cubicBezTo>
                    <a:pt x="822" y="399"/>
                    <a:pt x="1027" y="325"/>
                    <a:pt x="1231" y="325"/>
                  </a:cubicBezTo>
                  <a:close/>
                  <a:moveTo>
                    <a:pt x="1237" y="0"/>
                  </a:moveTo>
                  <a:cubicBezTo>
                    <a:pt x="950" y="0"/>
                    <a:pt x="661" y="107"/>
                    <a:pt x="441" y="322"/>
                  </a:cubicBezTo>
                  <a:cubicBezTo>
                    <a:pt x="1" y="762"/>
                    <a:pt x="1" y="1476"/>
                    <a:pt x="441" y="1905"/>
                  </a:cubicBezTo>
                  <a:cubicBezTo>
                    <a:pt x="655" y="2119"/>
                    <a:pt x="944" y="2227"/>
                    <a:pt x="1233" y="2227"/>
                  </a:cubicBezTo>
                  <a:cubicBezTo>
                    <a:pt x="1522" y="2227"/>
                    <a:pt x="1810" y="2119"/>
                    <a:pt x="2025" y="1905"/>
                  </a:cubicBezTo>
                  <a:cubicBezTo>
                    <a:pt x="2453" y="1476"/>
                    <a:pt x="2453" y="762"/>
                    <a:pt x="2025" y="322"/>
                  </a:cubicBezTo>
                  <a:cubicBezTo>
                    <a:pt x="1810" y="107"/>
                    <a:pt x="1525" y="0"/>
                    <a:pt x="123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65" name="Google Shape;8656;p59"/>
            <p:cNvSpPr/>
            <p:nvPr/>
          </p:nvSpPr>
          <p:spPr>
            <a:xfrm>
              <a:off x="2036117" y="4422972"/>
              <a:ext cx="77790" cy="70973"/>
            </a:xfrm>
            <a:custGeom>
              <a:avLst/>
              <a:gdLst/>
              <a:ahLst/>
              <a:cxnLst/>
              <a:rect l="l" t="t" r="r" b="b"/>
              <a:pathLst>
                <a:path w="2442" h="2228" extrusionOk="0">
                  <a:moveTo>
                    <a:pt x="1224" y="328"/>
                  </a:moveTo>
                  <a:cubicBezTo>
                    <a:pt x="1426" y="328"/>
                    <a:pt x="1626" y="406"/>
                    <a:pt x="1774" y="560"/>
                  </a:cubicBezTo>
                  <a:cubicBezTo>
                    <a:pt x="2084" y="882"/>
                    <a:pt x="2084" y="1382"/>
                    <a:pt x="1774" y="1680"/>
                  </a:cubicBezTo>
                  <a:cubicBezTo>
                    <a:pt x="1620" y="1834"/>
                    <a:pt x="1420" y="1912"/>
                    <a:pt x="1219" y="1912"/>
                  </a:cubicBezTo>
                  <a:cubicBezTo>
                    <a:pt x="1018" y="1912"/>
                    <a:pt x="816" y="1834"/>
                    <a:pt x="655" y="1680"/>
                  </a:cubicBezTo>
                  <a:cubicBezTo>
                    <a:pt x="346" y="1370"/>
                    <a:pt x="346" y="858"/>
                    <a:pt x="655" y="560"/>
                  </a:cubicBezTo>
                  <a:cubicBezTo>
                    <a:pt x="816" y="406"/>
                    <a:pt x="1021" y="328"/>
                    <a:pt x="1224" y="328"/>
                  </a:cubicBezTo>
                  <a:close/>
                  <a:moveTo>
                    <a:pt x="1227" y="1"/>
                  </a:moveTo>
                  <a:cubicBezTo>
                    <a:pt x="941" y="1"/>
                    <a:pt x="655" y="108"/>
                    <a:pt x="441" y="322"/>
                  </a:cubicBezTo>
                  <a:cubicBezTo>
                    <a:pt x="0" y="763"/>
                    <a:pt x="0" y="1477"/>
                    <a:pt x="441" y="1906"/>
                  </a:cubicBezTo>
                  <a:cubicBezTo>
                    <a:pt x="655" y="2120"/>
                    <a:pt x="941" y="2227"/>
                    <a:pt x="1227" y="2227"/>
                  </a:cubicBezTo>
                  <a:cubicBezTo>
                    <a:pt x="1512" y="2227"/>
                    <a:pt x="1798" y="2120"/>
                    <a:pt x="2012" y="1906"/>
                  </a:cubicBezTo>
                  <a:cubicBezTo>
                    <a:pt x="2441" y="1477"/>
                    <a:pt x="2441" y="775"/>
                    <a:pt x="2012" y="322"/>
                  </a:cubicBezTo>
                  <a:cubicBezTo>
                    <a:pt x="1798" y="108"/>
                    <a:pt x="1512" y="1"/>
                    <a:pt x="122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66" name="Google Shape;8657;p59"/>
            <p:cNvSpPr/>
            <p:nvPr/>
          </p:nvSpPr>
          <p:spPr>
            <a:xfrm>
              <a:off x="2073292" y="4336327"/>
              <a:ext cx="77758" cy="71419"/>
            </a:xfrm>
            <a:custGeom>
              <a:avLst/>
              <a:gdLst/>
              <a:ahLst/>
              <a:cxnLst/>
              <a:rect l="l" t="t" r="r" b="b"/>
              <a:pathLst>
                <a:path w="2441" h="2242" extrusionOk="0">
                  <a:moveTo>
                    <a:pt x="1231" y="345"/>
                  </a:moveTo>
                  <a:cubicBezTo>
                    <a:pt x="1435" y="345"/>
                    <a:pt x="1637" y="423"/>
                    <a:pt x="1786" y="578"/>
                  </a:cubicBezTo>
                  <a:cubicBezTo>
                    <a:pt x="2084" y="875"/>
                    <a:pt x="2084" y="1375"/>
                    <a:pt x="1786" y="1697"/>
                  </a:cubicBezTo>
                  <a:cubicBezTo>
                    <a:pt x="1631" y="1852"/>
                    <a:pt x="1426" y="1929"/>
                    <a:pt x="1222" y="1929"/>
                  </a:cubicBezTo>
                  <a:cubicBezTo>
                    <a:pt x="1018" y="1929"/>
                    <a:pt x="816" y="1852"/>
                    <a:pt x="667" y="1697"/>
                  </a:cubicBezTo>
                  <a:cubicBezTo>
                    <a:pt x="357" y="1375"/>
                    <a:pt x="357" y="875"/>
                    <a:pt x="667" y="578"/>
                  </a:cubicBezTo>
                  <a:cubicBezTo>
                    <a:pt x="822" y="423"/>
                    <a:pt x="1027" y="345"/>
                    <a:pt x="1231" y="345"/>
                  </a:cubicBezTo>
                  <a:close/>
                  <a:moveTo>
                    <a:pt x="1216" y="0"/>
                  </a:moveTo>
                  <a:cubicBezTo>
                    <a:pt x="929" y="0"/>
                    <a:pt x="643" y="113"/>
                    <a:pt x="429" y="339"/>
                  </a:cubicBezTo>
                  <a:cubicBezTo>
                    <a:pt x="0" y="768"/>
                    <a:pt x="0" y="1482"/>
                    <a:pt x="429" y="1911"/>
                  </a:cubicBezTo>
                  <a:cubicBezTo>
                    <a:pt x="643" y="2131"/>
                    <a:pt x="929" y="2242"/>
                    <a:pt x="1216" y="2242"/>
                  </a:cubicBezTo>
                  <a:cubicBezTo>
                    <a:pt x="1503" y="2242"/>
                    <a:pt x="1792" y="2131"/>
                    <a:pt x="2012" y="1911"/>
                  </a:cubicBezTo>
                  <a:cubicBezTo>
                    <a:pt x="2441" y="1482"/>
                    <a:pt x="2441" y="768"/>
                    <a:pt x="2012" y="339"/>
                  </a:cubicBezTo>
                  <a:cubicBezTo>
                    <a:pt x="1792" y="113"/>
                    <a:pt x="1503" y="0"/>
                    <a:pt x="121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67" name="Google Shape;8658;p59"/>
            <p:cNvSpPr/>
            <p:nvPr/>
          </p:nvSpPr>
          <p:spPr>
            <a:xfrm>
              <a:off x="2181376" y="4334606"/>
              <a:ext cx="126719" cy="117449"/>
            </a:xfrm>
            <a:custGeom>
              <a:avLst/>
              <a:gdLst/>
              <a:ahLst/>
              <a:cxnLst/>
              <a:rect l="l" t="t" r="r" b="b"/>
              <a:pathLst>
                <a:path w="3978" h="3687" extrusionOk="0">
                  <a:moveTo>
                    <a:pt x="2013" y="1"/>
                  </a:moveTo>
                  <a:cubicBezTo>
                    <a:pt x="1542" y="1"/>
                    <a:pt x="1072" y="179"/>
                    <a:pt x="715" y="536"/>
                  </a:cubicBezTo>
                  <a:cubicBezTo>
                    <a:pt x="0" y="1251"/>
                    <a:pt x="0" y="2429"/>
                    <a:pt x="715" y="3144"/>
                  </a:cubicBezTo>
                  <a:cubicBezTo>
                    <a:pt x="1078" y="3507"/>
                    <a:pt x="1551" y="3686"/>
                    <a:pt x="2023" y="3686"/>
                  </a:cubicBezTo>
                  <a:cubicBezTo>
                    <a:pt x="2558" y="3686"/>
                    <a:pt x="3092" y="3456"/>
                    <a:pt x="3465" y="3001"/>
                  </a:cubicBezTo>
                  <a:cubicBezTo>
                    <a:pt x="3525" y="2918"/>
                    <a:pt x="3513" y="2810"/>
                    <a:pt x="3429" y="2751"/>
                  </a:cubicBezTo>
                  <a:cubicBezTo>
                    <a:pt x="3401" y="2732"/>
                    <a:pt x="3367" y="2722"/>
                    <a:pt x="3332" y="2722"/>
                  </a:cubicBezTo>
                  <a:cubicBezTo>
                    <a:pt x="3280" y="2722"/>
                    <a:pt x="3227" y="2744"/>
                    <a:pt x="3191" y="2787"/>
                  </a:cubicBezTo>
                  <a:cubicBezTo>
                    <a:pt x="2893" y="3168"/>
                    <a:pt x="2452" y="3359"/>
                    <a:pt x="2009" y="3359"/>
                  </a:cubicBezTo>
                  <a:cubicBezTo>
                    <a:pt x="1620" y="3359"/>
                    <a:pt x="1229" y="3212"/>
                    <a:pt x="929" y="2918"/>
                  </a:cubicBezTo>
                  <a:cubicBezTo>
                    <a:pt x="334" y="2322"/>
                    <a:pt x="334" y="1370"/>
                    <a:pt x="929" y="774"/>
                  </a:cubicBezTo>
                  <a:cubicBezTo>
                    <a:pt x="1227" y="477"/>
                    <a:pt x="1614" y="328"/>
                    <a:pt x="2001" y="328"/>
                  </a:cubicBezTo>
                  <a:cubicBezTo>
                    <a:pt x="2388" y="328"/>
                    <a:pt x="2775" y="477"/>
                    <a:pt x="3072" y="774"/>
                  </a:cubicBezTo>
                  <a:cubicBezTo>
                    <a:pt x="3465" y="1155"/>
                    <a:pt x="3620" y="1727"/>
                    <a:pt x="3465" y="2263"/>
                  </a:cubicBezTo>
                  <a:cubicBezTo>
                    <a:pt x="3441" y="2358"/>
                    <a:pt x="3501" y="2441"/>
                    <a:pt x="3572" y="2477"/>
                  </a:cubicBezTo>
                  <a:cubicBezTo>
                    <a:pt x="3585" y="2481"/>
                    <a:pt x="3598" y="2482"/>
                    <a:pt x="3611" y="2482"/>
                  </a:cubicBezTo>
                  <a:cubicBezTo>
                    <a:pt x="3683" y="2482"/>
                    <a:pt x="3755" y="2430"/>
                    <a:pt x="3775" y="2370"/>
                  </a:cubicBezTo>
                  <a:cubicBezTo>
                    <a:pt x="3977" y="1715"/>
                    <a:pt x="3799" y="1013"/>
                    <a:pt x="3310" y="536"/>
                  </a:cubicBezTo>
                  <a:cubicBezTo>
                    <a:pt x="2953" y="179"/>
                    <a:pt x="2483" y="1"/>
                    <a:pt x="201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68" name="Google Shape;8659;p59"/>
            <p:cNvSpPr/>
            <p:nvPr/>
          </p:nvSpPr>
          <p:spPr>
            <a:xfrm>
              <a:off x="1989449" y="4282269"/>
              <a:ext cx="374774" cy="346073"/>
            </a:xfrm>
            <a:custGeom>
              <a:avLst/>
              <a:gdLst/>
              <a:ahLst/>
              <a:cxnLst/>
              <a:rect l="l" t="t" r="r" b="b"/>
              <a:pathLst>
                <a:path w="11765" h="10864" extrusionOk="0">
                  <a:moveTo>
                    <a:pt x="6254" y="0"/>
                  </a:moveTo>
                  <a:cubicBezTo>
                    <a:pt x="6237" y="0"/>
                    <a:pt x="6221" y="0"/>
                    <a:pt x="6204" y="1"/>
                  </a:cubicBezTo>
                  <a:cubicBezTo>
                    <a:pt x="4001" y="12"/>
                    <a:pt x="2144" y="1310"/>
                    <a:pt x="1263" y="3108"/>
                  </a:cubicBezTo>
                  <a:cubicBezTo>
                    <a:pt x="1215" y="3179"/>
                    <a:pt x="1263" y="3287"/>
                    <a:pt x="1334" y="3334"/>
                  </a:cubicBezTo>
                  <a:cubicBezTo>
                    <a:pt x="1353" y="3344"/>
                    <a:pt x="1374" y="3348"/>
                    <a:pt x="1396" y="3348"/>
                  </a:cubicBezTo>
                  <a:cubicBezTo>
                    <a:pt x="1458" y="3348"/>
                    <a:pt x="1525" y="3312"/>
                    <a:pt x="1561" y="3251"/>
                  </a:cubicBezTo>
                  <a:cubicBezTo>
                    <a:pt x="1811" y="2739"/>
                    <a:pt x="2144" y="2275"/>
                    <a:pt x="2561" y="1858"/>
                  </a:cubicBezTo>
                  <a:cubicBezTo>
                    <a:pt x="3567" y="846"/>
                    <a:pt x="4895" y="340"/>
                    <a:pt x="6228" y="340"/>
                  </a:cubicBezTo>
                  <a:cubicBezTo>
                    <a:pt x="7544" y="340"/>
                    <a:pt x="8865" y="834"/>
                    <a:pt x="9883" y="1822"/>
                  </a:cubicBezTo>
                  <a:cubicBezTo>
                    <a:pt x="10621" y="2560"/>
                    <a:pt x="11109" y="3477"/>
                    <a:pt x="11324" y="4477"/>
                  </a:cubicBezTo>
                  <a:cubicBezTo>
                    <a:pt x="11492" y="5318"/>
                    <a:pt x="10844" y="6029"/>
                    <a:pt x="10051" y="6029"/>
                  </a:cubicBezTo>
                  <a:cubicBezTo>
                    <a:pt x="9946" y="6029"/>
                    <a:pt x="9837" y="6016"/>
                    <a:pt x="9728" y="5989"/>
                  </a:cubicBezTo>
                  <a:cubicBezTo>
                    <a:pt x="9511" y="5939"/>
                    <a:pt x="9295" y="5915"/>
                    <a:pt x="9085" y="5915"/>
                  </a:cubicBezTo>
                  <a:cubicBezTo>
                    <a:pt x="7462" y="5915"/>
                    <a:pt x="6126" y="7342"/>
                    <a:pt x="6347" y="9049"/>
                  </a:cubicBezTo>
                  <a:cubicBezTo>
                    <a:pt x="6469" y="9867"/>
                    <a:pt x="5812" y="10535"/>
                    <a:pt x="5051" y="10535"/>
                  </a:cubicBezTo>
                  <a:cubicBezTo>
                    <a:pt x="4925" y="10535"/>
                    <a:pt x="4796" y="10517"/>
                    <a:pt x="4668" y="10478"/>
                  </a:cubicBezTo>
                  <a:cubicBezTo>
                    <a:pt x="1989" y="9645"/>
                    <a:pt x="334" y="6704"/>
                    <a:pt x="1322" y="3834"/>
                  </a:cubicBezTo>
                  <a:cubicBezTo>
                    <a:pt x="1346" y="3751"/>
                    <a:pt x="1311" y="3656"/>
                    <a:pt x="1215" y="3632"/>
                  </a:cubicBezTo>
                  <a:cubicBezTo>
                    <a:pt x="1196" y="3624"/>
                    <a:pt x="1176" y="3620"/>
                    <a:pt x="1157" y="3620"/>
                  </a:cubicBezTo>
                  <a:cubicBezTo>
                    <a:pt x="1092" y="3620"/>
                    <a:pt x="1031" y="3663"/>
                    <a:pt x="1013" y="3727"/>
                  </a:cubicBezTo>
                  <a:cubicBezTo>
                    <a:pt x="1" y="6704"/>
                    <a:pt x="1668" y="9859"/>
                    <a:pt x="4585" y="10788"/>
                  </a:cubicBezTo>
                  <a:cubicBezTo>
                    <a:pt x="4749" y="10839"/>
                    <a:pt x="4915" y="10864"/>
                    <a:pt x="5079" y="10864"/>
                  </a:cubicBezTo>
                  <a:cubicBezTo>
                    <a:pt x="5451" y="10864"/>
                    <a:pt x="5811" y="10734"/>
                    <a:pt x="6109" y="10478"/>
                  </a:cubicBezTo>
                  <a:cubicBezTo>
                    <a:pt x="6549" y="10121"/>
                    <a:pt x="6752" y="9549"/>
                    <a:pt x="6680" y="9002"/>
                  </a:cubicBezTo>
                  <a:cubicBezTo>
                    <a:pt x="6481" y="7520"/>
                    <a:pt x="7653" y="6252"/>
                    <a:pt x="9076" y="6252"/>
                  </a:cubicBezTo>
                  <a:cubicBezTo>
                    <a:pt x="9266" y="6252"/>
                    <a:pt x="9461" y="6275"/>
                    <a:pt x="9657" y="6323"/>
                  </a:cubicBezTo>
                  <a:cubicBezTo>
                    <a:pt x="9781" y="6352"/>
                    <a:pt x="9908" y="6367"/>
                    <a:pt x="10033" y="6367"/>
                  </a:cubicBezTo>
                  <a:cubicBezTo>
                    <a:pt x="10460" y="6367"/>
                    <a:pt x="10880" y="6200"/>
                    <a:pt x="11193" y="5906"/>
                  </a:cubicBezTo>
                  <a:cubicBezTo>
                    <a:pt x="11574" y="5513"/>
                    <a:pt x="11764" y="4965"/>
                    <a:pt x="11645" y="4418"/>
                  </a:cubicBezTo>
                  <a:cubicBezTo>
                    <a:pt x="11113" y="1897"/>
                    <a:pt x="8910" y="0"/>
                    <a:pt x="625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</p:grpSp>
      <p:grpSp>
        <p:nvGrpSpPr>
          <p:cNvPr id="69" name="Google Shape;8815;p59"/>
          <p:cNvGrpSpPr/>
          <p:nvPr/>
        </p:nvGrpSpPr>
        <p:grpSpPr>
          <a:xfrm>
            <a:off x="5829053" y="1578211"/>
            <a:ext cx="399812" cy="306477"/>
            <a:chOff x="2567841" y="1994124"/>
            <a:chExt cx="399812" cy="306477"/>
          </a:xfrm>
        </p:grpSpPr>
        <p:sp>
          <p:nvSpPr>
            <p:cNvPr id="70" name="Google Shape;8816;p59"/>
            <p:cNvSpPr/>
            <p:nvPr/>
          </p:nvSpPr>
          <p:spPr>
            <a:xfrm>
              <a:off x="2567841" y="1994124"/>
              <a:ext cx="399812" cy="306477"/>
            </a:xfrm>
            <a:custGeom>
              <a:avLst/>
              <a:gdLst/>
              <a:ahLst/>
              <a:cxnLst/>
              <a:rect l="l" t="t" r="r" b="b"/>
              <a:pathLst>
                <a:path w="12551" h="9621" extrusionOk="0">
                  <a:moveTo>
                    <a:pt x="11157" y="346"/>
                  </a:moveTo>
                  <a:lnTo>
                    <a:pt x="11157" y="6584"/>
                  </a:lnTo>
                  <a:lnTo>
                    <a:pt x="1334" y="6584"/>
                  </a:lnTo>
                  <a:lnTo>
                    <a:pt x="1334" y="346"/>
                  </a:lnTo>
                  <a:close/>
                  <a:moveTo>
                    <a:pt x="7442" y="7930"/>
                  </a:moveTo>
                  <a:lnTo>
                    <a:pt x="7621" y="8561"/>
                  </a:lnTo>
                  <a:lnTo>
                    <a:pt x="4859" y="8561"/>
                  </a:lnTo>
                  <a:lnTo>
                    <a:pt x="5037" y="7930"/>
                  </a:lnTo>
                  <a:close/>
                  <a:moveTo>
                    <a:pt x="11217" y="6954"/>
                  </a:moveTo>
                  <a:lnTo>
                    <a:pt x="12038" y="8561"/>
                  </a:lnTo>
                  <a:lnTo>
                    <a:pt x="7990" y="8561"/>
                  </a:lnTo>
                  <a:lnTo>
                    <a:pt x="7776" y="7835"/>
                  </a:lnTo>
                  <a:cubicBezTo>
                    <a:pt x="7740" y="7680"/>
                    <a:pt x="7597" y="7573"/>
                    <a:pt x="7454" y="7573"/>
                  </a:cubicBezTo>
                  <a:lnTo>
                    <a:pt x="5013" y="7573"/>
                  </a:lnTo>
                  <a:cubicBezTo>
                    <a:pt x="4859" y="7573"/>
                    <a:pt x="4716" y="7680"/>
                    <a:pt x="4680" y="7835"/>
                  </a:cubicBezTo>
                  <a:lnTo>
                    <a:pt x="4478" y="8561"/>
                  </a:lnTo>
                  <a:lnTo>
                    <a:pt x="430" y="8561"/>
                  </a:lnTo>
                  <a:lnTo>
                    <a:pt x="1263" y="6954"/>
                  </a:lnTo>
                  <a:close/>
                  <a:moveTo>
                    <a:pt x="12157" y="8930"/>
                  </a:moveTo>
                  <a:lnTo>
                    <a:pt x="12157" y="9216"/>
                  </a:lnTo>
                  <a:lnTo>
                    <a:pt x="12169" y="9216"/>
                  </a:lnTo>
                  <a:cubicBezTo>
                    <a:pt x="12169" y="9239"/>
                    <a:pt x="12145" y="9275"/>
                    <a:pt x="12110" y="9275"/>
                  </a:cubicBezTo>
                  <a:lnTo>
                    <a:pt x="382" y="9275"/>
                  </a:lnTo>
                  <a:cubicBezTo>
                    <a:pt x="346" y="9275"/>
                    <a:pt x="322" y="9239"/>
                    <a:pt x="322" y="9216"/>
                  </a:cubicBezTo>
                  <a:lnTo>
                    <a:pt x="322" y="8930"/>
                  </a:lnTo>
                  <a:close/>
                  <a:moveTo>
                    <a:pt x="1334" y="0"/>
                  </a:moveTo>
                  <a:cubicBezTo>
                    <a:pt x="1144" y="0"/>
                    <a:pt x="977" y="167"/>
                    <a:pt x="977" y="357"/>
                  </a:cubicBezTo>
                  <a:lnTo>
                    <a:pt x="977" y="6739"/>
                  </a:lnTo>
                  <a:lnTo>
                    <a:pt x="1" y="8680"/>
                  </a:lnTo>
                  <a:lnTo>
                    <a:pt x="1" y="8692"/>
                  </a:lnTo>
                  <a:lnTo>
                    <a:pt x="1" y="8704"/>
                  </a:lnTo>
                  <a:lnTo>
                    <a:pt x="1" y="8728"/>
                  </a:lnTo>
                  <a:lnTo>
                    <a:pt x="1" y="8739"/>
                  </a:lnTo>
                  <a:lnTo>
                    <a:pt x="1" y="9204"/>
                  </a:lnTo>
                  <a:cubicBezTo>
                    <a:pt x="1" y="9442"/>
                    <a:pt x="191" y="9620"/>
                    <a:pt x="406" y="9620"/>
                  </a:cubicBezTo>
                  <a:lnTo>
                    <a:pt x="12133" y="9620"/>
                  </a:lnTo>
                  <a:cubicBezTo>
                    <a:pt x="12371" y="9620"/>
                    <a:pt x="12550" y="9418"/>
                    <a:pt x="12550" y="9204"/>
                  </a:cubicBezTo>
                  <a:lnTo>
                    <a:pt x="12526" y="8739"/>
                  </a:lnTo>
                  <a:lnTo>
                    <a:pt x="12526" y="8704"/>
                  </a:lnTo>
                  <a:lnTo>
                    <a:pt x="12526" y="8692"/>
                  </a:lnTo>
                  <a:lnTo>
                    <a:pt x="12526" y="8680"/>
                  </a:lnTo>
                  <a:lnTo>
                    <a:pt x="11550" y="6739"/>
                  </a:lnTo>
                  <a:lnTo>
                    <a:pt x="11550" y="357"/>
                  </a:lnTo>
                  <a:cubicBezTo>
                    <a:pt x="11550" y="167"/>
                    <a:pt x="11383" y="0"/>
                    <a:pt x="1119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71" name="Google Shape;8817;p59"/>
            <p:cNvSpPr/>
            <p:nvPr/>
          </p:nvSpPr>
          <p:spPr>
            <a:xfrm>
              <a:off x="2623237" y="2113963"/>
              <a:ext cx="287523" cy="77025"/>
            </a:xfrm>
            <a:custGeom>
              <a:avLst/>
              <a:gdLst/>
              <a:ahLst/>
              <a:cxnLst/>
              <a:rect l="l" t="t" r="r" b="b"/>
              <a:pathLst>
                <a:path w="9026" h="2418" extrusionOk="0">
                  <a:moveTo>
                    <a:pt x="179" y="1"/>
                  </a:moveTo>
                  <a:cubicBezTo>
                    <a:pt x="72" y="1"/>
                    <a:pt x="0" y="96"/>
                    <a:pt x="0" y="179"/>
                  </a:cubicBezTo>
                  <a:lnTo>
                    <a:pt x="0" y="2132"/>
                  </a:lnTo>
                  <a:cubicBezTo>
                    <a:pt x="0" y="2299"/>
                    <a:pt x="131" y="2418"/>
                    <a:pt x="274" y="2418"/>
                  </a:cubicBezTo>
                  <a:lnTo>
                    <a:pt x="8727" y="2418"/>
                  </a:lnTo>
                  <a:cubicBezTo>
                    <a:pt x="8894" y="2418"/>
                    <a:pt x="9013" y="2287"/>
                    <a:pt x="9013" y="2132"/>
                  </a:cubicBezTo>
                  <a:lnTo>
                    <a:pt x="9013" y="179"/>
                  </a:lnTo>
                  <a:cubicBezTo>
                    <a:pt x="9025" y="96"/>
                    <a:pt x="8942" y="1"/>
                    <a:pt x="8835" y="1"/>
                  </a:cubicBezTo>
                  <a:cubicBezTo>
                    <a:pt x="8727" y="1"/>
                    <a:pt x="8656" y="96"/>
                    <a:pt x="8656" y="179"/>
                  </a:cubicBezTo>
                  <a:lnTo>
                    <a:pt x="8656" y="2049"/>
                  </a:lnTo>
                  <a:lnTo>
                    <a:pt x="357" y="2049"/>
                  </a:lnTo>
                  <a:lnTo>
                    <a:pt x="357" y="179"/>
                  </a:lnTo>
                  <a:cubicBezTo>
                    <a:pt x="357" y="84"/>
                    <a:pt x="262" y="1"/>
                    <a:pt x="17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72" name="Google Shape;8818;p59"/>
            <p:cNvSpPr/>
            <p:nvPr/>
          </p:nvSpPr>
          <p:spPr>
            <a:xfrm>
              <a:off x="2623237" y="2017251"/>
              <a:ext cx="287523" cy="77025"/>
            </a:xfrm>
            <a:custGeom>
              <a:avLst/>
              <a:gdLst/>
              <a:ahLst/>
              <a:cxnLst/>
              <a:rect l="l" t="t" r="r" b="b"/>
              <a:pathLst>
                <a:path w="9026" h="2418" extrusionOk="0">
                  <a:moveTo>
                    <a:pt x="286" y="1"/>
                  </a:moveTo>
                  <a:cubicBezTo>
                    <a:pt x="119" y="1"/>
                    <a:pt x="0" y="143"/>
                    <a:pt x="0" y="286"/>
                  </a:cubicBezTo>
                  <a:lnTo>
                    <a:pt x="0" y="2239"/>
                  </a:lnTo>
                  <a:cubicBezTo>
                    <a:pt x="0" y="2346"/>
                    <a:pt x="84" y="2418"/>
                    <a:pt x="179" y="2418"/>
                  </a:cubicBezTo>
                  <a:cubicBezTo>
                    <a:pt x="286" y="2418"/>
                    <a:pt x="357" y="2322"/>
                    <a:pt x="357" y="2239"/>
                  </a:cubicBezTo>
                  <a:lnTo>
                    <a:pt x="357" y="382"/>
                  </a:lnTo>
                  <a:lnTo>
                    <a:pt x="8656" y="382"/>
                  </a:lnTo>
                  <a:lnTo>
                    <a:pt x="8656" y="2239"/>
                  </a:lnTo>
                  <a:cubicBezTo>
                    <a:pt x="8656" y="2346"/>
                    <a:pt x="8751" y="2418"/>
                    <a:pt x="8835" y="2418"/>
                  </a:cubicBezTo>
                  <a:cubicBezTo>
                    <a:pt x="8942" y="2418"/>
                    <a:pt x="9013" y="2322"/>
                    <a:pt x="9013" y="2239"/>
                  </a:cubicBezTo>
                  <a:lnTo>
                    <a:pt x="9013" y="286"/>
                  </a:lnTo>
                  <a:cubicBezTo>
                    <a:pt x="9025" y="143"/>
                    <a:pt x="8894" y="1"/>
                    <a:pt x="872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</p:grpSp>
      <p:sp>
        <p:nvSpPr>
          <p:cNvPr id="73" name="Google Shape;8885;p59"/>
          <p:cNvSpPr/>
          <p:nvPr/>
        </p:nvSpPr>
        <p:spPr>
          <a:xfrm>
            <a:off x="2722424" y="1572242"/>
            <a:ext cx="380444" cy="310077"/>
          </a:xfrm>
          <a:custGeom>
            <a:avLst/>
            <a:gdLst/>
            <a:ahLst/>
            <a:cxnLst/>
            <a:rect l="l" t="t" r="r" b="b"/>
            <a:pathLst>
              <a:path w="11943" h="9734" extrusionOk="0">
                <a:moveTo>
                  <a:pt x="11585" y="2638"/>
                </a:moveTo>
                <a:lnTo>
                  <a:pt x="11585" y="3066"/>
                </a:lnTo>
                <a:lnTo>
                  <a:pt x="9121" y="4007"/>
                </a:lnTo>
                <a:lnTo>
                  <a:pt x="9121" y="3566"/>
                </a:lnTo>
                <a:lnTo>
                  <a:pt x="11585" y="2638"/>
                </a:lnTo>
                <a:close/>
                <a:moveTo>
                  <a:pt x="370" y="2638"/>
                </a:moveTo>
                <a:lnTo>
                  <a:pt x="5787" y="4697"/>
                </a:lnTo>
                <a:lnTo>
                  <a:pt x="5787" y="5138"/>
                </a:lnTo>
                <a:lnTo>
                  <a:pt x="370" y="3066"/>
                </a:lnTo>
                <a:lnTo>
                  <a:pt x="370" y="2638"/>
                </a:lnTo>
                <a:close/>
                <a:moveTo>
                  <a:pt x="8764" y="3709"/>
                </a:moveTo>
                <a:lnTo>
                  <a:pt x="8764" y="4138"/>
                </a:lnTo>
                <a:lnTo>
                  <a:pt x="6144" y="5138"/>
                </a:lnTo>
                <a:lnTo>
                  <a:pt x="6144" y="4697"/>
                </a:lnTo>
                <a:lnTo>
                  <a:pt x="8764" y="3709"/>
                </a:lnTo>
                <a:close/>
                <a:moveTo>
                  <a:pt x="9657" y="4162"/>
                </a:moveTo>
                <a:lnTo>
                  <a:pt x="9657" y="6745"/>
                </a:lnTo>
                <a:cubicBezTo>
                  <a:pt x="9478" y="6876"/>
                  <a:pt x="9299" y="6995"/>
                  <a:pt x="9121" y="7114"/>
                </a:cubicBezTo>
                <a:lnTo>
                  <a:pt x="9121" y="4376"/>
                </a:lnTo>
                <a:lnTo>
                  <a:pt x="9657" y="4162"/>
                </a:lnTo>
                <a:close/>
                <a:moveTo>
                  <a:pt x="8961" y="8757"/>
                </a:moveTo>
                <a:cubicBezTo>
                  <a:pt x="9131" y="8757"/>
                  <a:pt x="9264" y="8907"/>
                  <a:pt x="9264" y="9079"/>
                </a:cubicBezTo>
                <a:cubicBezTo>
                  <a:pt x="9264" y="9258"/>
                  <a:pt x="9109" y="9389"/>
                  <a:pt x="8942" y="9389"/>
                </a:cubicBezTo>
                <a:cubicBezTo>
                  <a:pt x="8764" y="9389"/>
                  <a:pt x="8633" y="9246"/>
                  <a:pt x="8633" y="9079"/>
                </a:cubicBezTo>
                <a:cubicBezTo>
                  <a:pt x="8633" y="8900"/>
                  <a:pt x="8787" y="8757"/>
                  <a:pt x="8942" y="8757"/>
                </a:cubicBezTo>
                <a:cubicBezTo>
                  <a:pt x="8949" y="8757"/>
                  <a:pt x="8955" y="8757"/>
                  <a:pt x="8961" y="8757"/>
                </a:cubicBezTo>
                <a:close/>
                <a:moveTo>
                  <a:pt x="5949" y="0"/>
                </a:moveTo>
                <a:cubicBezTo>
                  <a:pt x="5930" y="0"/>
                  <a:pt x="5912" y="6"/>
                  <a:pt x="5894" y="18"/>
                </a:cubicBezTo>
                <a:lnTo>
                  <a:pt x="120" y="2221"/>
                </a:lnTo>
                <a:cubicBezTo>
                  <a:pt x="48" y="2245"/>
                  <a:pt x="1" y="2304"/>
                  <a:pt x="1" y="2376"/>
                </a:cubicBezTo>
                <a:lnTo>
                  <a:pt x="1" y="3185"/>
                </a:lnTo>
                <a:cubicBezTo>
                  <a:pt x="1" y="3257"/>
                  <a:pt x="48" y="3316"/>
                  <a:pt x="120" y="3352"/>
                </a:cubicBezTo>
                <a:lnTo>
                  <a:pt x="1917" y="4031"/>
                </a:lnTo>
                <a:lnTo>
                  <a:pt x="1917" y="4638"/>
                </a:lnTo>
                <a:cubicBezTo>
                  <a:pt x="1917" y="4745"/>
                  <a:pt x="2001" y="4817"/>
                  <a:pt x="2096" y="4817"/>
                </a:cubicBezTo>
                <a:cubicBezTo>
                  <a:pt x="2203" y="4817"/>
                  <a:pt x="2275" y="4745"/>
                  <a:pt x="2275" y="4638"/>
                </a:cubicBezTo>
                <a:lnTo>
                  <a:pt x="2275" y="4186"/>
                </a:lnTo>
                <a:lnTo>
                  <a:pt x="5894" y="5567"/>
                </a:lnTo>
                <a:cubicBezTo>
                  <a:pt x="5906" y="5579"/>
                  <a:pt x="5942" y="5579"/>
                  <a:pt x="5954" y="5579"/>
                </a:cubicBezTo>
                <a:cubicBezTo>
                  <a:pt x="5966" y="5579"/>
                  <a:pt x="6001" y="5579"/>
                  <a:pt x="6013" y="5567"/>
                </a:cubicBezTo>
                <a:lnTo>
                  <a:pt x="8740" y="4519"/>
                </a:lnTo>
                <a:lnTo>
                  <a:pt x="8740" y="7317"/>
                </a:lnTo>
                <a:cubicBezTo>
                  <a:pt x="7871" y="7769"/>
                  <a:pt x="6918" y="8007"/>
                  <a:pt x="5942" y="8007"/>
                </a:cubicBezTo>
                <a:cubicBezTo>
                  <a:pt x="4620" y="8007"/>
                  <a:pt x="3310" y="7555"/>
                  <a:pt x="2263" y="6745"/>
                </a:cubicBezTo>
                <a:lnTo>
                  <a:pt x="2263" y="5352"/>
                </a:lnTo>
                <a:cubicBezTo>
                  <a:pt x="2263" y="5257"/>
                  <a:pt x="2191" y="5174"/>
                  <a:pt x="2084" y="5174"/>
                </a:cubicBezTo>
                <a:cubicBezTo>
                  <a:pt x="1977" y="5174"/>
                  <a:pt x="1906" y="5257"/>
                  <a:pt x="1906" y="5352"/>
                </a:cubicBezTo>
                <a:lnTo>
                  <a:pt x="1906" y="6817"/>
                </a:lnTo>
                <a:cubicBezTo>
                  <a:pt x="1906" y="6876"/>
                  <a:pt x="1941" y="6924"/>
                  <a:pt x="1965" y="6948"/>
                </a:cubicBezTo>
                <a:cubicBezTo>
                  <a:pt x="3084" y="7841"/>
                  <a:pt x="4501" y="8353"/>
                  <a:pt x="5942" y="8353"/>
                </a:cubicBezTo>
                <a:cubicBezTo>
                  <a:pt x="6906" y="8353"/>
                  <a:pt x="7859" y="8126"/>
                  <a:pt x="8740" y="7698"/>
                </a:cubicBezTo>
                <a:lnTo>
                  <a:pt x="8740" y="8412"/>
                </a:lnTo>
                <a:cubicBezTo>
                  <a:pt x="8454" y="8484"/>
                  <a:pt x="8252" y="8746"/>
                  <a:pt x="8252" y="9067"/>
                </a:cubicBezTo>
                <a:cubicBezTo>
                  <a:pt x="8252" y="9436"/>
                  <a:pt x="8549" y="9734"/>
                  <a:pt x="8918" y="9734"/>
                </a:cubicBezTo>
                <a:cubicBezTo>
                  <a:pt x="9287" y="9734"/>
                  <a:pt x="9585" y="9436"/>
                  <a:pt x="9585" y="9067"/>
                </a:cubicBezTo>
                <a:cubicBezTo>
                  <a:pt x="9585" y="8746"/>
                  <a:pt x="9383" y="8496"/>
                  <a:pt x="9097" y="8412"/>
                </a:cubicBezTo>
                <a:lnTo>
                  <a:pt x="9097" y="7495"/>
                </a:lnTo>
                <a:cubicBezTo>
                  <a:pt x="9383" y="7341"/>
                  <a:pt x="9657" y="7138"/>
                  <a:pt x="9918" y="6936"/>
                </a:cubicBezTo>
                <a:cubicBezTo>
                  <a:pt x="9954" y="6900"/>
                  <a:pt x="9978" y="6841"/>
                  <a:pt x="9978" y="6805"/>
                </a:cubicBezTo>
                <a:lnTo>
                  <a:pt x="9978" y="4019"/>
                </a:lnTo>
                <a:lnTo>
                  <a:pt x="11776" y="3328"/>
                </a:lnTo>
                <a:cubicBezTo>
                  <a:pt x="11847" y="3304"/>
                  <a:pt x="11895" y="3245"/>
                  <a:pt x="11895" y="3173"/>
                </a:cubicBezTo>
                <a:lnTo>
                  <a:pt x="11895" y="2364"/>
                </a:lnTo>
                <a:cubicBezTo>
                  <a:pt x="11943" y="2304"/>
                  <a:pt x="11895" y="2245"/>
                  <a:pt x="11823" y="2221"/>
                </a:cubicBezTo>
                <a:lnTo>
                  <a:pt x="8049" y="792"/>
                </a:lnTo>
                <a:cubicBezTo>
                  <a:pt x="8030" y="784"/>
                  <a:pt x="8010" y="780"/>
                  <a:pt x="7989" y="780"/>
                </a:cubicBezTo>
                <a:cubicBezTo>
                  <a:pt x="7921" y="780"/>
                  <a:pt x="7853" y="823"/>
                  <a:pt x="7835" y="887"/>
                </a:cubicBezTo>
                <a:cubicBezTo>
                  <a:pt x="7799" y="983"/>
                  <a:pt x="7847" y="1090"/>
                  <a:pt x="7930" y="1114"/>
                </a:cubicBezTo>
                <a:lnTo>
                  <a:pt x="11264" y="2376"/>
                </a:lnTo>
                <a:lnTo>
                  <a:pt x="8966" y="3257"/>
                </a:lnTo>
                <a:lnTo>
                  <a:pt x="6061" y="1947"/>
                </a:lnTo>
                <a:cubicBezTo>
                  <a:pt x="6035" y="1934"/>
                  <a:pt x="6010" y="1928"/>
                  <a:pt x="5985" y="1928"/>
                </a:cubicBezTo>
                <a:cubicBezTo>
                  <a:pt x="5918" y="1928"/>
                  <a:pt x="5858" y="1973"/>
                  <a:pt x="5823" y="2042"/>
                </a:cubicBezTo>
                <a:cubicBezTo>
                  <a:pt x="5775" y="2126"/>
                  <a:pt x="5823" y="2233"/>
                  <a:pt x="5906" y="2281"/>
                </a:cubicBezTo>
                <a:lnTo>
                  <a:pt x="8490" y="3435"/>
                </a:lnTo>
                <a:lnTo>
                  <a:pt x="5966" y="4388"/>
                </a:lnTo>
                <a:lnTo>
                  <a:pt x="691" y="2376"/>
                </a:lnTo>
                <a:lnTo>
                  <a:pt x="5966" y="376"/>
                </a:lnTo>
                <a:lnTo>
                  <a:pt x="7263" y="864"/>
                </a:lnTo>
                <a:cubicBezTo>
                  <a:pt x="7282" y="868"/>
                  <a:pt x="7301" y="871"/>
                  <a:pt x="7320" y="871"/>
                </a:cubicBezTo>
                <a:cubicBezTo>
                  <a:pt x="7394" y="871"/>
                  <a:pt x="7461" y="833"/>
                  <a:pt x="7490" y="757"/>
                </a:cubicBezTo>
                <a:cubicBezTo>
                  <a:pt x="7513" y="673"/>
                  <a:pt x="7478" y="566"/>
                  <a:pt x="7382" y="530"/>
                </a:cubicBezTo>
                <a:lnTo>
                  <a:pt x="6013" y="18"/>
                </a:lnTo>
                <a:cubicBezTo>
                  <a:pt x="5989" y="6"/>
                  <a:pt x="5969" y="0"/>
                  <a:pt x="5949" y="0"/>
                </a:cubicBezTo>
                <a:close/>
              </a:path>
            </a:pathLst>
          </a:custGeom>
          <a:solidFill>
            <a:srgbClr val="657E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DF351"/>
              </a:solidFill>
            </a:endParaRPr>
          </a:p>
        </p:txBody>
      </p:sp>
      <p:grpSp>
        <p:nvGrpSpPr>
          <p:cNvPr id="74" name="Google Shape;8932;p59"/>
          <p:cNvGrpSpPr/>
          <p:nvPr/>
        </p:nvGrpSpPr>
        <p:grpSpPr>
          <a:xfrm>
            <a:off x="4320040" y="1520773"/>
            <a:ext cx="349354" cy="362223"/>
            <a:chOff x="1297654" y="1504481"/>
            <a:chExt cx="349354" cy="362223"/>
          </a:xfrm>
        </p:grpSpPr>
        <p:sp>
          <p:nvSpPr>
            <p:cNvPr id="75" name="Google Shape;8933;p59"/>
            <p:cNvSpPr/>
            <p:nvPr/>
          </p:nvSpPr>
          <p:spPr>
            <a:xfrm>
              <a:off x="1297654" y="1504481"/>
              <a:ext cx="349354" cy="362223"/>
            </a:xfrm>
            <a:custGeom>
              <a:avLst/>
              <a:gdLst/>
              <a:ahLst/>
              <a:cxnLst/>
              <a:rect l="l" t="t" r="r" b="b"/>
              <a:pathLst>
                <a:path w="10967" h="11371" extrusionOk="0">
                  <a:moveTo>
                    <a:pt x="6252" y="381"/>
                  </a:moveTo>
                  <a:cubicBezTo>
                    <a:pt x="6799" y="381"/>
                    <a:pt x="7335" y="679"/>
                    <a:pt x="7621" y="1155"/>
                  </a:cubicBezTo>
                  <a:cubicBezTo>
                    <a:pt x="7704" y="1274"/>
                    <a:pt x="7811" y="1655"/>
                    <a:pt x="8240" y="1786"/>
                  </a:cubicBezTo>
                  <a:cubicBezTo>
                    <a:pt x="8157" y="1858"/>
                    <a:pt x="7978" y="2036"/>
                    <a:pt x="7919" y="2108"/>
                  </a:cubicBezTo>
                  <a:cubicBezTo>
                    <a:pt x="7454" y="1870"/>
                    <a:pt x="7335" y="1501"/>
                    <a:pt x="7252" y="1381"/>
                  </a:cubicBezTo>
                  <a:cubicBezTo>
                    <a:pt x="7037" y="1036"/>
                    <a:pt x="6656" y="822"/>
                    <a:pt x="6252" y="822"/>
                  </a:cubicBezTo>
                  <a:lnTo>
                    <a:pt x="4644" y="822"/>
                  </a:lnTo>
                  <a:cubicBezTo>
                    <a:pt x="4239" y="822"/>
                    <a:pt x="3847" y="1036"/>
                    <a:pt x="3644" y="1381"/>
                  </a:cubicBezTo>
                  <a:cubicBezTo>
                    <a:pt x="3537" y="1512"/>
                    <a:pt x="3442" y="1846"/>
                    <a:pt x="3049" y="2072"/>
                  </a:cubicBezTo>
                  <a:lnTo>
                    <a:pt x="3025" y="2036"/>
                  </a:lnTo>
                  <a:lnTo>
                    <a:pt x="2870" y="1893"/>
                  </a:lnTo>
                  <a:cubicBezTo>
                    <a:pt x="2823" y="1846"/>
                    <a:pt x="2763" y="1798"/>
                    <a:pt x="2704" y="1751"/>
                  </a:cubicBezTo>
                  <a:cubicBezTo>
                    <a:pt x="3085" y="1608"/>
                    <a:pt x="3168" y="1310"/>
                    <a:pt x="3275" y="1155"/>
                  </a:cubicBezTo>
                  <a:cubicBezTo>
                    <a:pt x="3549" y="679"/>
                    <a:pt x="4073" y="381"/>
                    <a:pt x="4644" y="381"/>
                  </a:cubicBezTo>
                  <a:close/>
                  <a:moveTo>
                    <a:pt x="2620" y="3703"/>
                  </a:moveTo>
                  <a:lnTo>
                    <a:pt x="2823" y="3894"/>
                  </a:lnTo>
                  <a:cubicBezTo>
                    <a:pt x="2727" y="3989"/>
                    <a:pt x="2632" y="4096"/>
                    <a:pt x="2549" y="4191"/>
                  </a:cubicBezTo>
                  <a:lnTo>
                    <a:pt x="2334" y="3989"/>
                  </a:lnTo>
                  <a:lnTo>
                    <a:pt x="2620" y="3703"/>
                  </a:lnTo>
                  <a:close/>
                  <a:moveTo>
                    <a:pt x="8383" y="3703"/>
                  </a:moveTo>
                  <a:lnTo>
                    <a:pt x="8657" y="3989"/>
                  </a:lnTo>
                  <a:lnTo>
                    <a:pt x="8454" y="4191"/>
                  </a:lnTo>
                  <a:cubicBezTo>
                    <a:pt x="8383" y="4120"/>
                    <a:pt x="8276" y="4001"/>
                    <a:pt x="8169" y="3894"/>
                  </a:cubicBezTo>
                  <a:lnTo>
                    <a:pt x="8383" y="3703"/>
                  </a:lnTo>
                  <a:close/>
                  <a:moveTo>
                    <a:pt x="1727" y="1774"/>
                  </a:moveTo>
                  <a:cubicBezTo>
                    <a:pt x="2394" y="1774"/>
                    <a:pt x="2704" y="2251"/>
                    <a:pt x="2763" y="2286"/>
                  </a:cubicBezTo>
                  <a:cubicBezTo>
                    <a:pt x="2930" y="2453"/>
                    <a:pt x="2977" y="2691"/>
                    <a:pt x="2882" y="2905"/>
                  </a:cubicBezTo>
                  <a:cubicBezTo>
                    <a:pt x="2846" y="3013"/>
                    <a:pt x="2882" y="2965"/>
                    <a:pt x="1763" y="4072"/>
                  </a:cubicBezTo>
                  <a:cubicBezTo>
                    <a:pt x="1656" y="4185"/>
                    <a:pt x="1516" y="4242"/>
                    <a:pt x="1375" y="4242"/>
                  </a:cubicBezTo>
                  <a:cubicBezTo>
                    <a:pt x="1233" y="4242"/>
                    <a:pt x="1090" y="4185"/>
                    <a:pt x="977" y="4072"/>
                  </a:cubicBezTo>
                  <a:lnTo>
                    <a:pt x="834" y="3929"/>
                  </a:lnTo>
                  <a:cubicBezTo>
                    <a:pt x="37" y="3144"/>
                    <a:pt x="572" y="1774"/>
                    <a:pt x="1727" y="1774"/>
                  </a:cubicBezTo>
                  <a:close/>
                  <a:moveTo>
                    <a:pt x="6228" y="1155"/>
                  </a:moveTo>
                  <a:cubicBezTo>
                    <a:pt x="6514" y="1155"/>
                    <a:pt x="6799" y="1310"/>
                    <a:pt x="6930" y="1560"/>
                  </a:cubicBezTo>
                  <a:cubicBezTo>
                    <a:pt x="7026" y="1679"/>
                    <a:pt x="7180" y="2143"/>
                    <a:pt x="7740" y="2429"/>
                  </a:cubicBezTo>
                  <a:cubicBezTo>
                    <a:pt x="7645" y="2727"/>
                    <a:pt x="7716" y="3060"/>
                    <a:pt x="7954" y="3298"/>
                  </a:cubicBezTo>
                  <a:lnTo>
                    <a:pt x="8109" y="3453"/>
                  </a:lnTo>
                  <a:lnTo>
                    <a:pt x="7883" y="3679"/>
                  </a:lnTo>
                  <a:cubicBezTo>
                    <a:pt x="7190" y="3137"/>
                    <a:pt x="6339" y="2857"/>
                    <a:pt x="5480" y="2857"/>
                  </a:cubicBezTo>
                  <a:cubicBezTo>
                    <a:pt x="4980" y="2857"/>
                    <a:pt x="4478" y="2951"/>
                    <a:pt x="4001" y="3144"/>
                  </a:cubicBezTo>
                  <a:cubicBezTo>
                    <a:pt x="3906" y="3167"/>
                    <a:pt x="3870" y="3275"/>
                    <a:pt x="3906" y="3358"/>
                  </a:cubicBezTo>
                  <a:cubicBezTo>
                    <a:pt x="3933" y="3429"/>
                    <a:pt x="3999" y="3467"/>
                    <a:pt x="4065" y="3467"/>
                  </a:cubicBezTo>
                  <a:cubicBezTo>
                    <a:pt x="4088" y="3467"/>
                    <a:pt x="4111" y="3462"/>
                    <a:pt x="4132" y="3453"/>
                  </a:cubicBezTo>
                  <a:cubicBezTo>
                    <a:pt x="4579" y="3277"/>
                    <a:pt x="5034" y="3195"/>
                    <a:pt x="5479" y="3195"/>
                  </a:cubicBezTo>
                  <a:cubicBezTo>
                    <a:pt x="7404" y="3195"/>
                    <a:pt x="9133" y="4736"/>
                    <a:pt x="9133" y="6835"/>
                  </a:cubicBezTo>
                  <a:cubicBezTo>
                    <a:pt x="9133" y="8925"/>
                    <a:pt x="7411" y="10462"/>
                    <a:pt x="5498" y="10462"/>
                  </a:cubicBezTo>
                  <a:cubicBezTo>
                    <a:pt x="5047" y="10462"/>
                    <a:pt x="4585" y="10376"/>
                    <a:pt x="4132" y="10192"/>
                  </a:cubicBezTo>
                  <a:cubicBezTo>
                    <a:pt x="1442" y="9097"/>
                    <a:pt x="1049" y="5346"/>
                    <a:pt x="3585" y="3763"/>
                  </a:cubicBezTo>
                  <a:cubicBezTo>
                    <a:pt x="3656" y="3715"/>
                    <a:pt x="3692" y="3620"/>
                    <a:pt x="3644" y="3525"/>
                  </a:cubicBezTo>
                  <a:cubicBezTo>
                    <a:pt x="3611" y="3476"/>
                    <a:pt x="3551" y="3443"/>
                    <a:pt x="3489" y="3443"/>
                  </a:cubicBezTo>
                  <a:cubicBezTo>
                    <a:pt x="3461" y="3443"/>
                    <a:pt x="3432" y="3450"/>
                    <a:pt x="3406" y="3465"/>
                  </a:cubicBezTo>
                  <a:cubicBezTo>
                    <a:pt x="3299" y="3536"/>
                    <a:pt x="3192" y="3596"/>
                    <a:pt x="3096" y="3691"/>
                  </a:cubicBezTo>
                  <a:lnTo>
                    <a:pt x="2870" y="3465"/>
                  </a:lnTo>
                  <a:cubicBezTo>
                    <a:pt x="2942" y="3382"/>
                    <a:pt x="3287" y="3167"/>
                    <a:pt x="3287" y="2679"/>
                  </a:cubicBezTo>
                  <a:cubicBezTo>
                    <a:pt x="3287" y="2572"/>
                    <a:pt x="3275" y="2465"/>
                    <a:pt x="3227" y="2370"/>
                  </a:cubicBezTo>
                  <a:cubicBezTo>
                    <a:pt x="3704" y="2084"/>
                    <a:pt x="3835" y="1691"/>
                    <a:pt x="3930" y="1560"/>
                  </a:cubicBezTo>
                  <a:cubicBezTo>
                    <a:pt x="4073" y="1310"/>
                    <a:pt x="4347" y="1155"/>
                    <a:pt x="4620" y="1155"/>
                  </a:cubicBezTo>
                  <a:close/>
                  <a:moveTo>
                    <a:pt x="2811" y="9752"/>
                  </a:moveTo>
                  <a:cubicBezTo>
                    <a:pt x="3037" y="9954"/>
                    <a:pt x="3287" y="10133"/>
                    <a:pt x="3549" y="10287"/>
                  </a:cubicBezTo>
                  <a:lnTo>
                    <a:pt x="2906" y="10942"/>
                  </a:lnTo>
                  <a:cubicBezTo>
                    <a:pt x="2817" y="11031"/>
                    <a:pt x="2701" y="11076"/>
                    <a:pt x="2585" y="11076"/>
                  </a:cubicBezTo>
                  <a:cubicBezTo>
                    <a:pt x="2468" y="11076"/>
                    <a:pt x="2352" y="11031"/>
                    <a:pt x="2263" y="10942"/>
                  </a:cubicBezTo>
                  <a:cubicBezTo>
                    <a:pt x="2084" y="10764"/>
                    <a:pt x="2084" y="10478"/>
                    <a:pt x="2263" y="10299"/>
                  </a:cubicBezTo>
                  <a:lnTo>
                    <a:pt x="2811" y="9752"/>
                  </a:lnTo>
                  <a:close/>
                  <a:moveTo>
                    <a:pt x="8204" y="9752"/>
                  </a:moveTo>
                  <a:lnTo>
                    <a:pt x="8752" y="10299"/>
                  </a:lnTo>
                  <a:cubicBezTo>
                    <a:pt x="8931" y="10478"/>
                    <a:pt x="8931" y="10764"/>
                    <a:pt x="8752" y="10942"/>
                  </a:cubicBezTo>
                  <a:cubicBezTo>
                    <a:pt x="8663" y="11031"/>
                    <a:pt x="8547" y="11076"/>
                    <a:pt x="8430" y="11076"/>
                  </a:cubicBezTo>
                  <a:cubicBezTo>
                    <a:pt x="8314" y="11076"/>
                    <a:pt x="8198" y="11031"/>
                    <a:pt x="8109" y="10942"/>
                  </a:cubicBezTo>
                  <a:lnTo>
                    <a:pt x="7454" y="10287"/>
                  </a:lnTo>
                  <a:cubicBezTo>
                    <a:pt x="7740" y="10121"/>
                    <a:pt x="7978" y="9954"/>
                    <a:pt x="8204" y="9752"/>
                  </a:cubicBezTo>
                  <a:close/>
                  <a:moveTo>
                    <a:pt x="4644" y="0"/>
                  </a:moveTo>
                  <a:cubicBezTo>
                    <a:pt x="3978" y="0"/>
                    <a:pt x="3335" y="358"/>
                    <a:pt x="2989" y="929"/>
                  </a:cubicBezTo>
                  <a:lnTo>
                    <a:pt x="2858" y="1167"/>
                  </a:lnTo>
                  <a:cubicBezTo>
                    <a:pt x="2693" y="1433"/>
                    <a:pt x="2436" y="1452"/>
                    <a:pt x="2316" y="1452"/>
                  </a:cubicBezTo>
                  <a:cubicBezTo>
                    <a:pt x="2296" y="1452"/>
                    <a:pt x="2280" y="1451"/>
                    <a:pt x="2269" y="1451"/>
                  </a:cubicBezTo>
                  <a:cubicBezTo>
                    <a:pt x="2260" y="1451"/>
                    <a:pt x="2254" y="1452"/>
                    <a:pt x="2251" y="1453"/>
                  </a:cubicBezTo>
                  <a:cubicBezTo>
                    <a:pt x="2091" y="1402"/>
                    <a:pt x="1925" y="1376"/>
                    <a:pt x="1760" y="1376"/>
                  </a:cubicBezTo>
                  <a:cubicBezTo>
                    <a:pt x="1350" y="1376"/>
                    <a:pt x="943" y="1535"/>
                    <a:pt x="620" y="1858"/>
                  </a:cubicBezTo>
                  <a:cubicBezTo>
                    <a:pt x="1" y="2477"/>
                    <a:pt x="1" y="3489"/>
                    <a:pt x="620" y="4132"/>
                  </a:cubicBezTo>
                  <a:cubicBezTo>
                    <a:pt x="715" y="4191"/>
                    <a:pt x="918" y="4537"/>
                    <a:pt x="1394" y="4537"/>
                  </a:cubicBezTo>
                  <a:cubicBezTo>
                    <a:pt x="1846" y="4537"/>
                    <a:pt x="2073" y="4227"/>
                    <a:pt x="2108" y="4191"/>
                  </a:cubicBezTo>
                  <a:lnTo>
                    <a:pt x="2334" y="4418"/>
                  </a:lnTo>
                  <a:cubicBezTo>
                    <a:pt x="1144" y="6025"/>
                    <a:pt x="1370" y="8192"/>
                    <a:pt x="2585" y="9466"/>
                  </a:cubicBezTo>
                  <a:lnTo>
                    <a:pt x="2037" y="10013"/>
                  </a:lnTo>
                  <a:cubicBezTo>
                    <a:pt x="1549" y="10502"/>
                    <a:pt x="1894" y="11371"/>
                    <a:pt x="2608" y="11371"/>
                  </a:cubicBezTo>
                  <a:cubicBezTo>
                    <a:pt x="2811" y="11371"/>
                    <a:pt x="3001" y="11287"/>
                    <a:pt x="3168" y="11133"/>
                  </a:cubicBezTo>
                  <a:lnTo>
                    <a:pt x="3894" y="10394"/>
                  </a:lnTo>
                  <a:cubicBezTo>
                    <a:pt x="4403" y="10628"/>
                    <a:pt x="4958" y="10747"/>
                    <a:pt x="5518" y="10747"/>
                  </a:cubicBezTo>
                  <a:cubicBezTo>
                    <a:pt x="6071" y="10747"/>
                    <a:pt x="6630" y="10631"/>
                    <a:pt x="7157" y="10394"/>
                  </a:cubicBezTo>
                  <a:lnTo>
                    <a:pt x="7883" y="11133"/>
                  </a:lnTo>
                  <a:cubicBezTo>
                    <a:pt x="8038" y="11276"/>
                    <a:pt x="8240" y="11371"/>
                    <a:pt x="8454" y="11371"/>
                  </a:cubicBezTo>
                  <a:cubicBezTo>
                    <a:pt x="9157" y="11371"/>
                    <a:pt x="9514" y="10514"/>
                    <a:pt x="9014" y="10013"/>
                  </a:cubicBezTo>
                  <a:lnTo>
                    <a:pt x="8466" y="9466"/>
                  </a:lnTo>
                  <a:cubicBezTo>
                    <a:pt x="9752" y="8061"/>
                    <a:pt x="9871" y="5953"/>
                    <a:pt x="8716" y="4418"/>
                  </a:cubicBezTo>
                  <a:lnTo>
                    <a:pt x="8942" y="4191"/>
                  </a:lnTo>
                  <a:cubicBezTo>
                    <a:pt x="8990" y="4239"/>
                    <a:pt x="9192" y="4537"/>
                    <a:pt x="9657" y="4537"/>
                  </a:cubicBezTo>
                  <a:cubicBezTo>
                    <a:pt x="9895" y="4537"/>
                    <a:pt x="10121" y="4441"/>
                    <a:pt x="10288" y="4287"/>
                  </a:cubicBezTo>
                  <a:cubicBezTo>
                    <a:pt x="10300" y="4251"/>
                    <a:pt x="10967" y="3775"/>
                    <a:pt x="10859" y="2858"/>
                  </a:cubicBezTo>
                  <a:cubicBezTo>
                    <a:pt x="10848" y="2770"/>
                    <a:pt x="10786" y="2702"/>
                    <a:pt x="10701" y="2702"/>
                  </a:cubicBezTo>
                  <a:cubicBezTo>
                    <a:pt x="10695" y="2702"/>
                    <a:pt x="10688" y="2702"/>
                    <a:pt x="10681" y="2703"/>
                  </a:cubicBezTo>
                  <a:cubicBezTo>
                    <a:pt x="10597" y="2727"/>
                    <a:pt x="10526" y="2798"/>
                    <a:pt x="10538" y="2882"/>
                  </a:cubicBezTo>
                  <a:cubicBezTo>
                    <a:pt x="10609" y="3632"/>
                    <a:pt x="10074" y="4001"/>
                    <a:pt x="10026" y="4060"/>
                  </a:cubicBezTo>
                  <a:cubicBezTo>
                    <a:pt x="9922" y="4164"/>
                    <a:pt x="9777" y="4221"/>
                    <a:pt x="9630" y="4221"/>
                  </a:cubicBezTo>
                  <a:cubicBezTo>
                    <a:pt x="9491" y="4221"/>
                    <a:pt x="9350" y="4170"/>
                    <a:pt x="9240" y="4060"/>
                  </a:cubicBezTo>
                  <a:lnTo>
                    <a:pt x="8228" y="3048"/>
                  </a:lnTo>
                  <a:cubicBezTo>
                    <a:pt x="8002" y="2822"/>
                    <a:pt x="8026" y="2477"/>
                    <a:pt x="8228" y="2263"/>
                  </a:cubicBezTo>
                  <a:cubicBezTo>
                    <a:pt x="8300" y="2203"/>
                    <a:pt x="8621" y="1739"/>
                    <a:pt x="9276" y="1739"/>
                  </a:cubicBezTo>
                  <a:cubicBezTo>
                    <a:pt x="9716" y="1739"/>
                    <a:pt x="10109" y="1965"/>
                    <a:pt x="10324" y="2298"/>
                  </a:cubicBezTo>
                  <a:cubicBezTo>
                    <a:pt x="10353" y="2350"/>
                    <a:pt x="10406" y="2379"/>
                    <a:pt x="10462" y="2379"/>
                  </a:cubicBezTo>
                  <a:cubicBezTo>
                    <a:pt x="10495" y="2379"/>
                    <a:pt x="10530" y="2368"/>
                    <a:pt x="10562" y="2346"/>
                  </a:cubicBezTo>
                  <a:cubicBezTo>
                    <a:pt x="10645" y="2298"/>
                    <a:pt x="10669" y="2203"/>
                    <a:pt x="10609" y="2108"/>
                  </a:cubicBezTo>
                  <a:cubicBezTo>
                    <a:pt x="10297" y="1640"/>
                    <a:pt x="9787" y="1384"/>
                    <a:pt x="9254" y="1384"/>
                  </a:cubicBezTo>
                  <a:cubicBezTo>
                    <a:pt x="9095" y="1384"/>
                    <a:pt x="8934" y="1406"/>
                    <a:pt x="8776" y="1453"/>
                  </a:cubicBezTo>
                  <a:lnTo>
                    <a:pt x="8526" y="1453"/>
                  </a:lnTo>
                  <a:cubicBezTo>
                    <a:pt x="8335" y="1453"/>
                    <a:pt x="8145" y="1358"/>
                    <a:pt x="8038" y="1167"/>
                  </a:cubicBezTo>
                  <a:lnTo>
                    <a:pt x="7907" y="929"/>
                  </a:lnTo>
                  <a:cubicBezTo>
                    <a:pt x="7561" y="358"/>
                    <a:pt x="6918" y="0"/>
                    <a:pt x="625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76" name="Google Shape;8934;p59"/>
            <p:cNvSpPr/>
            <p:nvPr/>
          </p:nvSpPr>
          <p:spPr>
            <a:xfrm>
              <a:off x="1354930" y="1618713"/>
              <a:ext cx="224960" cy="206516"/>
            </a:xfrm>
            <a:custGeom>
              <a:avLst/>
              <a:gdLst/>
              <a:ahLst/>
              <a:cxnLst/>
              <a:rect l="l" t="t" r="r" b="b"/>
              <a:pathLst>
                <a:path w="7062" h="6483" extrusionOk="0">
                  <a:moveTo>
                    <a:pt x="3753" y="1"/>
                  </a:moveTo>
                  <a:cubicBezTo>
                    <a:pt x="2094" y="1"/>
                    <a:pt x="465" y="1260"/>
                    <a:pt x="465" y="3249"/>
                  </a:cubicBezTo>
                  <a:cubicBezTo>
                    <a:pt x="465" y="5198"/>
                    <a:pt x="2076" y="6483"/>
                    <a:pt x="3742" y="6483"/>
                  </a:cubicBezTo>
                  <a:cubicBezTo>
                    <a:pt x="4589" y="6483"/>
                    <a:pt x="5450" y="6150"/>
                    <a:pt x="6121" y="5404"/>
                  </a:cubicBezTo>
                  <a:cubicBezTo>
                    <a:pt x="6347" y="5165"/>
                    <a:pt x="6513" y="4880"/>
                    <a:pt x="6656" y="4582"/>
                  </a:cubicBezTo>
                  <a:cubicBezTo>
                    <a:pt x="6704" y="4487"/>
                    <a:pt x="6656" y="4403"/>
                    <a:pt x="6561" y="4356"/>
                  </a:cubicBezTo>
                  <a:cubicBezTo>
                    <a:pt x="6540" y="4347"/>
                    <a:pt x="6518" y="4342"/>
                    <a:pt x="6496" y="4342"/>
                  </a:cubicBezTo>
                  <a:cubicBezTo>
                    <a:pt x="6433" y="4342"/>
                    <a:pt x="6373" y="4380"/>
                    <a:pt x="6347" y="4451"/>
                  </a:cubicBezTo>
                  <a:cubicBezTo>
                    <a:pt x="5882" y="5463"/>
                    <a:pt x="4858" y="6142"/>
                    <a:pt x="3704" y="6142"/>
                  </a:cubicBezTo>
                  <a:cubicBezTo>
                    <a:pt x="1358" y="6142"/>
                    <a:pt x="1" y="3499"/>
                    <a:pt x="1322" y="1594"/>
                  </a:cubicBezTo>
                  <a:cubicBezTo>
                    <a:pt x="1903" y="762"/>
                    <a:pt x="2811" y="339"/>
                    <a:pt x="3721" y="339"/>
                  </a:cubicBezTo>
                  <a:cubicBezTo>
                    <a:pt x="4621" y="339"/>
                    <a:pt x="5522" y="753"/>
                    <a:pt x="6109" y="1594"/>
                  </a:cubicBezTo>
                  <a:cubicBezTo>
                    <a:pt x="6561" y="2260"/>
                    <a:pt x="6716" y="3082"/>
                    <a:pt x="6549" y="3844"/>
                  </a:cubicBezTo>
                  <a:cubicBezTo>
                    <a:pt x="6537" y="3927"/>
                    <a:pt x="6597" y="4022"/>
                    <a:pt x="6680" y="4034"/>
                  </a:cubicBezTo>
                  <a:cubicBezTo>
                    <a:pt x="6688" y="4035"/>
                    <a:pt x="6696" y="4036"/>
                    <a:pt x="6704" y="4036"/>
                  </a:cubicBezTo>
                  <a:cubicBezTo>
                    <a:pt x="6789" y="4036"/>
                    <a:pt x="6861" y="3980"/>
                    <a:pt x="6883" y="3903"/>
                  </a:cubicBezTo>
                  <a:cubicBezTo>
                    <a:pt x="7061" y="3046"/>
                    <a:pt x="6894" y="2141"/>
                    <a:pt x="6359" y="1379"/>
                  </a:cubicBezTo>
                  <a:cubicBezTo>
                    <a:pt x="5689" y="426"/>
                    <a:pt x="4716" y="1"/>
                    <a:pt x="375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77" name="Google Shape;8935;p59"/>
            <p:cNvSpPr/>
            <p:nvPr/>
          </p:nvSpPr>
          <p:spPr>
            <a:xfrm>
              <a:off x="1453553" y="1643305"/>
              <a:ext cx="73235" cy="141436"/>
            </a:xfrm>
            <a:custGeom>
              <a:avLst/>
              <a:gdLst/>
              <a:ahLst/>
              <a:cxnLst/>
              <a:rect l="l" t="t" r="r" b="b"/>
              <a:pathLst>
                <a:path w="2299" h="4440" extrusionOk="0">
                  <a:moveTo>
                    <a:pt x="572" y="345"/>
                  </a:moveTo>
                  <a:cubicBezTo>
                    <a:pt x="703" y="345"/>
                    <a:pt x="810" y="441"/>
                    <a:pt x="810" y="583"/>
                  </a:cubicBezTo>
                  <a:lnTo>
                    <a:pt x="810" y="2191"/>
                  </a:lnTo>
                  <a:cubicBezTo>
                    <a:pt x="727" y="2155"/>
                    <a:pt x="640" y="2137"/>
                    <a:pt x="555" y="2137"/>
                  </a:cubicBezTo>
                  <a:cubicBezTo>
                    <a:pt x="471" y="2137"/>
                    <a:pt x="387" y="2155"/>
                    <a:pt x="310" y="2191"/>
                  </a:cubicBezTo>
                  <a:lnTo>
                    <a:pt x="310" y="583"/>
                  </a:lnTo>
                  <a:lnTo>
                    <a:pt x="334" y="583"/>
                  </a:lnTo>
                  <a:cubicBezTo>
                    <a:pt x="334" y="452"/>
                    <a:pt x="429" y="345"/>
                    <a:pt x="572" y="345"/>
                  </a:cubicBezTo>
                  <a:close/>
                  <a:moveTo>
                    <a:pt x="610" y="2488"/>
                  </a:moveTo>
                  <a:cubicBezTo>
                    <a:pt x="726" y="2488"/>
                    <a:pt x="736" y="2510"/>
                    <a:pt x="1905" y="3703"/>
                  </a:cubicBezTo>
                  <a:cubicBezTo>
                    <a:pt x="1977" y="3798"/>
                    <a:pt x="1977" y="3941"/>
                    <a:pt x="1893" y="4036"/>
                  </a:cubicBezTo>
                  <a:cubicBezTo>
                    <a:pt x="1846" y="4078"/>
                    <a:pt x="1783" y="4099"/>
                    <a:pt x="1721" y="4099"/>
                  </a:cubicBezTo>
                  <a:cubicBezTo>
                    <a:pt x="1658" y="4099"/>
                    <a:pt x="1596" y="4078"/>
                    <a:pt x="1548" y="4036"/>
                  </a:cubicBezTo>
                  <a:lnTo>
                    <a:pt x="417" y="2905"/>
                  </a:lnTo>
                  <a:cubicBezTo>
                    <a:pt x="274" y="2750"/>
                    <a:pt x="369" y="2488"/>
                    <a:pt x="596" y="2488"/>
                  </a:cubicBezTo>
                  <a:cubicBezTo>
                    <a:pt x="600" y="2488"/>
                    <a:pt x="605" y="2488"/>
                    <a:pt x="610" y="2488"/>
                  </a:cubicBezTo>
                  <a:close/>
                  <a:moveTo>
                    <a:pt x="584" y="0"/>
                  </a:moveTo>
                  <a:cubicBezTo>
                    <a:pt x="250" y="0"/>
                    <a:pt x="0" y="274"/>
                    <a:pt x="0" y="583"/>
                  </a:cubicBezTo>
                  <a:lnTo>
                    <a:pt x="0" y="2715"/>
                  </a:lnTo>
                  <a:cubicBezTo>
                    <a:pt x="0" y="2858"/>
                    <a:pt x="60" y="3024"/>
                    <a:pt x="167" y="3131"/>
                  </a:cubicBezTo>
                  <a:cubicBezTo>
                    <a:pt x="1322" y="4262"/>
                    <a:pt x="1310" y="4334"/>
                    <a:pt x="1524" y="4405"/>
                  </a:cubicBezTo>
                  <a:cubicBezTo>
                    <a:pt x="1589" y="4428"/>
                    <a:pt x="1655" y="4439"/>
                    <a:pt x="1720" y="4439"/>
                  </a:cubicBezTo>
                  <a:cubicBezTo>
                    <a:pt x="2023" y="4439"/>
                    <a:pt x="2298" y="4201"/>
                    <a:pt x="2298" y="3858"/>
                  </a:cubicBezTo>
                  <a:cubicBezTo>
                    <a:pt x="2298" y="3703"/>
                    <a:pt x="2227" y="3572"/>
                    <a:pt x="2132" y="3453"/>
                  </a:cubicBezTo>
                  <a:lnTo>
                    <a:pt x="1167" y="2488"/>
                  </a:lnTo>
                  <a:lnTo>
                    <a:pt x="1167" y="583"/>
                  </a:lnTo>
                  <a:cubicBezTo>
                    <a:pt x="1167" y="250"/>
                    <a:pt x="893" y="0"/>
                    <a:pt x="58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</p:grpSp>
      <p:grpSp>
        <p:nvGrpSpPr>
          <p:cNvPr id="78" name="Google Shape;8941;p59"/>
          <p:cNvGrpSpPr/>
          <p:nvPr/>
        </p:nvGrpSpPr>
        <p:grpSpPr>
          <a:xfrm>
            <a:off x="4767603" y="1531763"/>
            <a:ext cx="343269" cy="342505"/>
            <a:chOff x="1745217" y="1515471"/>
            <a:chExt cx="343269" cy="342505"/>
          </a:xfrm>
        </p:grpSpPr>
        <p:sp>
          <p:nvSpPr>
            <p:cNvPr id="79" name="Google Shape;8942;p59"/>
            <p:cNvSpPr/>
            <p:nvPr/>
          </p:nvSpPr>
          <p:spPr>
            <a:xfrm>
              <a:off x="1854448" y="1647096"/>
              <a:ext cx="22012" cy="21630"/>
            </a:xfrm>
            <a:custGeom>
              <a:avLst/>
              <a:gdLst/>
              <a:ahLst/>
              <a:cxnLst/>
              <a:rect l="l" t="t" r="r" b="b"/>
              <a:pathLst>
                <a:path w="691" h="679" extrusionOk="0">
                  <a:moveTo>
                    <a:pt x="346" y="0"/>
                  </a:moveTo>
                  <a:cubicBezTo>
                    <a:pt x="155" y="0"/>
                    <a:pt x="0" y="155"/>
                    <a:pt x="0" y="345"/>
                  </a:cubicBezTo>
                  <a:cubicBezTo>
                    <a:pt x="0" y="536"/>
                    <a:pt x="155" y="679"/>
                    <a:pt x="346" y="679"/>
                  </a:cubicBezTo>
                  <a:cubicBezTo>
                    <a:pt x="536" y="679"/>
                    <a:pt x="691" y="536"/>
                    <a:pt x="691" y="345"/>
                  </a:cubicBezTo>
                  <a:cubicBezTo>
                    <a:pt x="691" y="155"/>
                    <a:pt x="536" y="0"/>
                    <a:pt x="34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80" name="Google Shape;8943;p59"/>
            <p:cNvSpPr/>
            <p:nvPr/>
          </p:nvSpPr>
          <p:spPr>
            <a:xfrm>
              <a:off x="1906021" y="1647096"/>
              <a:ext cx="21661" cy="21630"/>
            </a:xfrm>
            <a:custGeom>
              <a:avLst/>
              <a:gdLst/>
              <a:ahLst/>
              <a:cxnLst/>
              <a:rect l="l" t="t" r="r" b="b"/>
              <a:pathLst>
                <a:path w="680" h="679" extrusionOk="0">
                  <a:moveTo>
                    <a:pt x="334" y="0"/>
                  </a:moveTo>
                  <a:cubicBezTo>
                    <a:pt x="143" y="0"/>
                    <a:pt x="0" y="155"/>
                    <a:pt x="0" y="345"/>
                  </a:cubicBezTo>
                  <a:cubicBezTo>
                    <a:pt x="0" y="536"/>
                    <a:pt x="143" y="679"/>
                    <a:pt x="334" y="679"/>
                  </a:cubicBezTo>
                  <a:cubicBezTo>
                    <a:pt x="524" y="679"/>
                    <a:pt x="679" y="536"/>
                    <a:pt x="679" y="345"/>
                  </a:cubicBezTo>
                  <a:cubicBezTo>
                    <a:pt x="679" y="155"/>
                    <a:pt x="524" y="0"/>
                    <a:pt x="33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81" name="Google Shape;8944;p59"/>
            <p:cNvSpPr/>
            <p:nvPr/>
          </p:nvSpPr>
          <p:spPr>
            <a:xfrm>
              <a:off x="1956830" y="1647096"/>
              <a:ext cx="22044" cy="21630"/>
            </a:xfrm>
            <a:custGeom>
              <a:avLst/>
              <a:gdLst/>
              <a:ahLst/>
              <a:cxnLst/>
              <a:rect l="l" t="t" r="r" b="b"/>
              <a:pathLst>
                <a:path w="692" h="679" extrusionOk="0">
                  <a:moveTo>
                    <a:pt x="346" y="0"/>
                  </a:moveTo>
                  <a:cubicBezTo>
                    <a:pt x="156" y="0"/>
                    <a:pt x="1" y="155"/>
                    <a:pt x="1" y="345"/>
                  </a:cubicBezTo>
                  <a:cubicBezTo>
                    <a:pt x="1" y="536"/>
                    <a:pt x="156" y="679"/>
                    <a:pt x="346" y="679"/>
                  </a:cubicBezTo>
                  <a:cubicBezTo>
                    <a:pt x="537" y="679"/>
                    <a:pt x="691" y="536"/>
                    <a:pt x="691" y="345"/>
                  </a:cubicBezTo>
                  <a:cubicBezTo>
                    <a:pt x="691" y="155"/>
                    <a:pt x="537" y="0"/>
                    <a:pt x="34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82" name="Google Shape;8945;p59"/>
            <p:cNvSpPr/>
            <p:nvPr/>
          </p:nvSpPr>
          <p:spPr>
            <a:xfrm>
              <a:off x="1745217" y="1515471"/>
              <a:ext cx="343269" cy="342505"/>
            </a:xfrm>
            <a:custGeom>
              <a:avLst/>
              <a:gdLst/>
              <a:ahLst/>
              <a:cxnLst/>
              <a:rect l="l" t="t" r="r" b="b"/>
              <a:pathLst>
                <a:path w="10776" h="10752" extrusionOk="0">
                  <a:moveTo>
                    <a:pt x="5382" y="1"/>
                  </a:moveTo>
                  <a:cubicBezTo>
                    <a:pt x="3953" y="1"/>
                    <a:pt x="2608" y="453"/>
                    <a:pt x="1596" y="1286"/>
                  </a:cubicBezTo>
                  <a:cubicBezTo>
                    <a:pt x="560" y="2144"/>
                    <a:pt x="0" y="3251"/>
                    <a:pt x="0" y="4465"/>
                  </a:cubicBezTo>
                  <a:cubicBezTo>
                    <a:pt x="0" y="5513"/>
                    <a:pt x="465" y="6561"/>
                    <a:pt x="1274" y="7359"/>
                  </a:cubicBezTo>
                  <a:cubicBezTo>
                    <a:pt x="2072" y="8121"/>
                    <a:pt x="3120" y="8645"/>
                    <a:pt x="4298" y="8835"/>
                  </a:cubicBezTo>
                  <a:cubicBezTo>
                    <a:pt x="4310" y="9442"/>
                    <a:pt x="4108" y="10014"/>
                    <a:pt x="3703" y="10478"/>
                  </a:cubicBezTo>
                  <a:cubicBezTo>
                    <a:pt x="3655" y="10514"/>
                    <a:pt x="3644" y="10597"/>
                    <a:pt x="3679" y="10657"/>
                  </a:cubicBezTo>
                  <a:cubicBezTo>
                    <a:pt x="3703" y="10704"/>
                    <a:pt x="3763" y="10752"/>
                    <a:pt x="3834" y="10752"/>
                  </a:cubicBezTo>
                  <a:cubicBezTo>
                    <a:pt x="5025" y="10752"/>
                    <a:pt x="6084" y="9966"/>
                    <a:pt x="6442" y="8835"/>
                  </a:cubicBezTo>
                  <a:cubicBezTo>
                    <a:pt x="7406" y="8668"/>
                    <a:pt x="8287" y="8299"/>
                    <a:pt x="9013" y="7752"/>
                  </a:cubicBezTo>
                  <a:cubicBezTo>
                    <a:pt x="9097" y="7692"/>
                    <a:pt x="9109" y="7585"/>
                    <a:pt x="9049" y="7513"/>
                  </a:cubicBezTo>
                  <a:cubicBezTo>
                    <a:pt x="9014" y="7465"/>
                    <a:pt x="8963" y="7441"/>
                    <a:pt x="8913" y="7441"/>
                  </a:cubicBezTo>
                  <a:cubicBezTo>
                    <a:pt x="8877" y="7441"/>
                    <a:pt x="8841" y="7453"/>
                    <a:pt x="8811" y="7478"/>
                  </a:cubicBezTo>
                  <a:cubicBezTo>
                    <a:pt x="8096" y="8014"/>
                    <a:pt x="7215" y="8371"/>
                    <a:pt x="6275" y="8502"/>
                  </a:cubicBezTo>
                  <a:cubicBezTo>
                    <a:pt x="6203" y="8525"/>
                    <a:pt x="6156" y="8561"/>
                    <a:pt x="6132" y="8621"/>
                  </a:cubicBezTo>
                  <a:cubicBezTo>
                    <a:pt x="5894" y="9549"/>
                    <a:pt x="5120" y="10216"/>
                    <a:pt x="4215" y="10371"/>
                  </a:cubicBezTo>
                  <a:cubicBezTo>
                    <a:pt x="4537" y="9859"/>
                    <a:pt x="4703" y="9264"/>
                    <a:pt x="4644" y="8656"/>
                  </a:cubicBezTo>
                  <a:cubicBezTo>
                    <a:pt x="4644" y="8585"/>
                    <a:pt x="4572" y="8502"/>
                    <a:pt x="4489" y="8490"/>
                  </a:cubicBezTo>
                  <a:cubicBezTo>
                    <a:pt x="2084" y="8144"/>
                    <a:pt x="346" y="6442"/>
                    <a:pt x="346" y="4430"/>
                  </a:cubicBezTo>
                  <a:cubicBezTo>
                    <a:pt x="346" y="2156"/>
                    <a:pt x="2608" y="310"/>
                    <a:pt x="5382" y="310"/>
                  </a:cubicBezTo>
                  <a:cubicBezTo>
                    <a:pt x="8168" y="310"/>
                    <a:pt x="10430" y="2156"/>
                    <a:pt x="10430" y="4430"/>
                  </a:cubicBezTo>
                  <a:cubicBezTo>
                    <a:pt x="10430" y="5370"/>
                    <a:pt x="10025" y="6287"/>
                    <a:pt x="9311" y="7013"/>
                  </a:cubicBezTo>
                  <a:cubicBezTo>
                    <a:pt x="9251" y="7097"/>
                    <a:pt x="9251" y="7192"/>
                    <a:pt x="9311" y="7252"/>
                  </a:cubicBezTo>
                  <a:cubicBezTo>
                    <a:pt x="9353" y="7281"/>
                    <a:pt x="9397" y="7296"/>
                    <a:pt x="9439" y="7296"/>
                  </a:cubicBezTo>
                  <a:cubicBezTo>
                    <a:pt x="9481" y="7296"/>
                    <a:pt x="9519" y="7281"/>
                    <a:pt x="9549" y="7252"/>
                  </a:cubicBezTo>
                  <a:cubicBezTo>
                    <a:pt x="10347" y="6466"/>
                    <a:pt x="10775" y="5454"/>
                    <a:pt x="10775" y="4430"/>
                  </a:cubicBezTo>
                  <a:cubicBezTo>
                    <a:pt x="10775" y="3263"/>
                    <a:pt x="10204" y="2144"/>
                    <a:pt x="9180" y="1286"/>
                  </a:cubicBezTo>
                  <a:cubicBezTo>
                    <a:pt x="8168" y="453"/>
                    <a:pt x="6811" y="1"/>
                    <a:pt x="538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</p:grpSp>
      <p:sp>
        <p:nvSpPr>
          <p:cNvPr id="83" name="Google Shape;8946;p59"/>
          <p:cNvSpPr/>
          <p:nvPr/>
        </p:nvSpPr>
        <p:spPr>
          <a:xfrm>
            <a:off x="5281372" y="1531935"/>
            <a:ext cx="365632" cy="363561"/>
          </a:xfrm>
          <a:custGeom>
            <a:avLst/>
            <a:gdLst/>
            <a:ahLst/>
            <a:cxnLst/>
            <a:rect l="l" t="t" r="r" b="b"/>
            <a:pathLst>
              <a:path w="11478" h="11413" extrusionOk="0">
                <a:moveTo>
                  <a:pt x="1401" y="515"/>
                </a:moveTo>
                <a:cubicBezTo>
                  <a:pt x="1616" y="515"/>
                  <a:pt x="1834" y="595"/>
                  <a:pt x="2000" y="756"/>
                </a:cubicBezTo>
                <a:lnTo>
                  <a:pt x="2548" y="1304"/>
                </a:lnTo>
                <a:lnTo>
                  <a:pt x="1358" y="2494"/>
                </a:lnTo>
                <a:lnTo>
                  <a:pt x="810" y="1947"/>
                </a:lnTo>
                <a:cubicBezTo>
                  <a:pt x="476" y="1625"/>
                  <a:pt x="476" y="1078"/>
                  <a:pt x="810" y="756"/>
                </a:cubicBezTo>
                <a:cubicBezTo>
                  <a:pt x="971" y="595"/>
                  <a:pt x="1185" y="515"/>
                  <a:pt x="1401" y="515"/>
                </a:cubicBezTo>
                <a:close/>
                <a:moveTo>
                  <a:pt x="2798" y="1566"/>
                </a:moveTo>
                <a:lnTo>
                  <a:pt x="3251" y="2006"/>
                </a:lnTo>
                <a:lnTo>
                  <a:pt x="2655" y="2602"/>
                </a:lnTo>
                <a:lnTo>
                  <a:pt x="2060" y="3197"/>
                </a:lnTo>
                <a:lnTo>
                  <a:pt x="1608" y="2756"/>
                </a:lnTo>
                <a:lnTo>
                  <a:pt x="2798" y="1566"/>
                </a:lnTo>
                <a:close/>
                <a:moveTo>
                  <a:pt x="10132" y="9031"/>
                </a:moveTo>
                <a:lnTo>
                  <a:pt x="10811" y="10757"/>
                </a:lnTo>
                <a:lnTo>
                  <a:pt x="9085" y="10091"/>
                </a:lnTo>
                <a:lnTo>
                  <a:pt x="10132" y="9031"/>
                </a:lnTo>
                <a:close/>
                <a:moveTo>
                  <a:pt x="4036" y="5685"/>
                </a:moveTo>
                <a:lnTo>
                  <a:pt x="5763" y="7412"/>
                </a:lnTo>
                <a:lnTo>
                  <a:pt x="5418" y="7757"/>
                </a:lnTo>
                <a:lnTo>
                  <a:pt x="5001" y="7340"/>
                </a:lnTo>
                <a:cubicBezTo>
                  <a:pt x="4965" y="7299"/>
                  <a:pt x="4920" y="7278"/>
                  <a:pt x="4876" y="7278"/>
                </a:cubicBezTo>
                <a:cubicBezTo>
                  <a:pt x="4831" y="7278"/>
                  <a:pt x="4787" y="7299"/>
                  <a:pt x="4751" y="7340"/>
                </a:cubicBezTo>
                <a:cubicBezTo>
                  <a:pt x="4679" y="7412"/>
                  <a:pt x="4679" y="7519"/>
                  <a:pt x="4751" y="7590"/>
                </a:cubicBezTo>
                <a:lnTo>
                  <a:pt x="5168" y="8007"/>
                </a:lnTo>
                <a:lnTo>
                  <a:pt x="4763" y="8412"/>
                </a:lnTo>
                <a:lnTo>
                  <a:pt x="3822" y="7471"/>
                </a:lnTo>
                <a:cubicBezTo>
                  <a:pt x="3786" y="7436"/>
                  <a:pt x="3742" y="7418"/>
                  <a:pt x="3697" y="7418"/>
                </a:cubicBezTo>
                <a:cubicBezTo>
                  <a:pt x="3652" y="7418"/>
                  <a:pt x="3608" y="7436"/>
                  <a:pt x="3572" y="7471"/>
                </a:cubicBezTo>
                <a:cubicBezTo>
                  <a:pt x="3501" y="7543"/>
                  <a:pt x="3501" y="7650"/>
                  <a:pt x="3572" y="7721"/>
                </a:cubicBezTo>
                <a:lnTo>
                  <a:pt x="4513" y="8662"/>
                </a:lnTo>
                <a:lnTo>
                  <a:pt x="4108" y="9067"/>
                </a:lnTo>
                <a:lnTo>
                  <a:pt x="3691" y="8638"/>
                </a:lnTo>
                <a:cubicBezTo>
                  <a:pt x="3655" y="8602"/>
                  <a:pt x="3611" y="8584"/>
                  <a:pt x="3566" y="8584"/>
                </a:cubicBezTo>
                <a:cubicBezTo>
                  <a:pt x="3521" y="8584"/>
                  <a:pt x="3477" y="8602"/>
                  <a:pt x="3441" y="8638"/>
                </a:cubicBezTo>
                <a:cubicBezTo>
                  <a:pt x="3358" y="8721"/>
                  <a:pt x="3358" y="8817"/>
                  <a:pt x="3441" y="8900"/>
                </a:cubicBezTo>
                <a:lnTo>
                  <a:pt x="3858" y="9317"/>
                </a:lnTo>
                <a:lnTo>
                  <a:pt x="3453" y="9710"/>
                </a:lnTo>
                <a:lnTo>
                  <a:pt x="3036" y="9293"/>
                </a:lnTo>
                <a:cubicBezTo>
                  <a:pt x="3001" y="9257"/>
                  <a:pt x="2956" y="9239"/>
                  <a:pt x="2911" y="9239"/>
                </a:cubicBezTo>
                <a:cubicBezTo>
                  <a:pt x="2867" y="9239"/>
                  <a:pt x="2822" y="9257"/>
                  <a:pt x="2786" y="9293"/>
                </a:cubicBezTo>
                <a:cubicBezTo>
                  <a:pt x="2703" y="9376"/>
                  <a:pt x="2703" y="9471"/>
                  <a:pt x="2786" y="9555"/>
                </a:cubicBezTo>
                <a:lnTo>
                  <a:pt x="3203" y="9972"/>
                </a:lnTo>
                <a:lnTo>
                  <a:pt x="2798" y="10364"/>
                </a:lnTo>
                <a:lnTo>
                  <a:pt x="1858" y="9436"/>
                </a:lnTo>
                <a:cubicBezTo>
                  <a:pt x="1822" y="9394"/>
                  <a:pt x="1777" y="9373"/>
                  <a:pt x="1733" y="9373"/>
                </a:cubicBezTo>
                <a:cubicBezTo>
                  <a:pt x="1688" y="9373"/>
                  <a:pt x="1643" y="9394"/>
                  <a:pt x="1608" y="9436"/>
                </a:cubicBezTo>
                <a:cubicBezTo>
                  <a:pt x="1536" y="9507"/>
                  <a:pt x="1536" y="9614"/>
                  <a:pt x="1608" y="9686"/>
                </a:cubicBezTo>
                <a:lnTo>
                  <a:pt x="2548" y="10626"/>
                </a:lnTo>
                <a:lnTo>
                  <a:pt x="2191" y="10984"/>
                </a:lnTo>
                <a:cubicBezTo>
                  <a:pt x="2155" y="11007"/>
                  <a:pt x="2096" y="11043"/>
                  <a:pt x="2048" y="11043"/>
                </a:cubicBezTo>
                <a:cubicBezTo>
                  <a:pt x="2012" y="11043"/>
                  <a:pt x="1953" y="11019"/>
                  <a:pt x="1917" y="10984"/>
                </a:cubicBezTo>
                <a:lnTo>
                  <a:pt x="465" y="9519"/>
                </a:lnTo>
                <a:cubicBezTo>
                  <a:pt x="381" y="9448"/>
                  <a:pt x="381" y="9329"/>
                  <a:pt x="465" y="9257"/>
                </a:cubicBezTo>
                <a:lnTo>
                  <a:pt x="4036" y="5685"/>
                </a:lnTo>
                <a:close/>
                <a:moveTo>
                  <a:pt x="9428" y="0"/>
                </a:moveTo>
                <a:cubicBezTo>
                  <a:pt x="9290" y="0"/>
                  <a:pt x="9150" y="54"/>
                  <a:pt x="9037" y="161"/>
                </a:cubicBezTo>
                <a:lnTo>
                  <a:pt x="6299" y="2899"/>
                </a:lnTo>
                <a:cubicBezTo>
                  <a:pt x="6227" y="2971"/>
                  <a:pt x="6227" y="3078"/>
                  <a:pt x="6299" y="3149"/>
                </a:cubicBezTo>
                <a:cubicBezTo>
                  <a:pt x="6334" y="3185"/>
                  <a:pt x="6379" y="3203"/>
                  <a:pt x="6424" y="3203"/>
                </a:cubicBezTo>
                <a:cubicBezTo>
                  <a:pt x="6468" y="3203"/>
                  <a:pt x="6513" y="3185"/>
                  <a:pt x="6549" y="3149"/>
                </a:cubicBezTo>
                <a:lnTo>
                  <a:pt x="9287" y="411"/>
                </a:lnTo>
                <a:cubicBezTo>
                  <a:pt x="9323" y="387"/>
                  <a:pt x="9382" y="351"/>
                  <a:pt x="9418" y="351"/>
                </a:cubicBezTo>
                <a:cubicBezTo>
                  <a:pt x="9466" y="351"/>
                  <a:pt x="9525" y="363"/>
                  <a:pt x="9561" y="411"/>
                </a:cubicBezTo>
                <a:lnTo>
                  <a:pt x="11013" y="1875"/>
                </a:lnTo>
                <a:cubicBezTo>
                  <a:pt x="11049" y="1899"/>
                  <a:pt x="11073" y="1959"/>
                  <a:pt x="11073" y="2006"/>
                </a:cubicBezTo>
                <a:cubicBezTo>
                  <a:pt x="11073" y="2054"/>
                  <a:pt x="11061" y="2113"/>
                  <a:pt x="11013" y="2137"/>
                </a:cubicBezTo>
                <a:lnTo>
                  <a:pt x="10656" y="2494"/>
                </a:lnTo>
                <a:lnTo>
                  <a:pt x="9716" y="1554"/>
                </a:lnTo>
                <a:cubicBezTo>
                  <a:pt x="9680" y="1518"/>
                  <a:pt x="9635" y="1500"/>
                  <a:pt x="9591" y="1500"/>
                </a:cubicBezTo>
                <a:cubicBezTo>
                  <a:pt x="9546" y="1500"/>
                  <a:pt x="9501" y="1518"/>
                  <a:pt x="9466" y="1554"/>
                </a:cubicBezTo>
                <a:cubicBezTo>
                  <a:pt x="9394" y="1637"/>
                  <a:pt x="9394" y="1732"/>
                  <a:pt x="9466" y="1816"/>
                </a:cubicBezTo>
                <a:lnTo>
                  <a:pt x="10406" y="2744"/>
                </a:lnTo>
                <a:lnTo>
                  <a:pt x="10001" y="3149"/>
                </a:lnTo>
                <a:lnTo>
                  <a:pt x="9585" y="2733"/>
                </a:lnTo>
                <a:cubicBezTo>
                  <a:pt x="9549" y="2697"/>
                  <a:pt x="9504" y="2679"/>
                  <a:pt x="9460" y="2679"/>
                </a:cubicBezTo>
                <a:cubicBezTo>
                  <a:pt x="9415" y="2679"/>
                  <a:pt x="9370" y="2697"/>
                  <a:pt x="9335" y="2733"/>
                </a:cubicBezTo>
                <a:cubicBezTo>
                  <a:pt x="9263" y="2804"/>
                  <a:pt x="9263" y="2911"/>
                  <a:pt x="9335" y="2983"/>
                </a:cubicBezTo>
                <a:lnTo>
                  <a:pt x="9751" y="3399"/>
                </a:lnTo>
                <a:lnTo>
                  <a:pt x="9347" y="3804"/>
                </a:lnTo>
                <a:lnTo>
                  <a:pt x="8930" y="3387"/>
                </a:lnTo>
                <a:cubicBezTo>
                  <a:pt x="8894" y="3352"/>
                  <a:pt x="8850" y="3334"/>
                  <a:pt x="8805" y="3334"/>
                </a:cubicBezTo>
                <a:cubicBezTo>
                  <a:pt x="8760" y="3334"/>
                  <a:pt x="8716" y="3352"/>
                  <a:pt x="8680" y="3387"/>
                </a:cubicBezTo>
                <a:cubicBezTo>
                  <a:pt x="8597" y="3459"/>
                  <a:pt x="8597" y="3566"/>
                  <a:pt x="8680" y="3637"/>
                </a:cubicBezTo>
                <a:lnTo>
                  <a:pt x="9097" y="4054"/>
                </a:lnTo>
                <a:lnTo>
                  <a:pt x="8692" y="4459"/>
                </a:lnTo>
                <a:lnTo>
                  <a:pt x="7751" y="3518"/>
                </a:lnTo>
                <a:cubicBezTo>
                  <a:pt x="7715" y="3483"/>
                  <a:pt x="7671" y="3465"/>
                  <a:pt x="7626" y="3465"/>
                </a:cubicBezTo>
                <a:cubicBezTo>
                  <a:pt x="7581" y="3465"/>
                  <a:pt x="7537" y="3483"/>
                  <a:pt x="7501" y="3518"/>
                </a:cubicBezTo>
                <a:cubicBezTo>
                  <a:pt x="7430" y="3602"/>
                  <a:pt x="7430" y="3697"/>
                  <a:pt x="7501" y="3780"/>
                </a:cubicBezTo>
                <a:lnTo>
                  <a:pt x="8442" y="4709"/>
                </a:lnTo>
                <a:lnTo>
                  <a:pt x="8037" y="5114"/>
                </a:lnTo>
                <a:lnTo>
                  <a:pt x="7620" y="4697"/>
                </a:lnTo>
                <a:cubicBezTo>
                  <a:pt x="7584" y="4661"/>
                  <a:pt x="7540" y="4644"/>
                  <a:pt x="7495" y="4644"/>
                </a:cubicBezTo>
                <a:cubicBezTo>
                  <a:pt x="7451" y="4644"/>
                  <a:pt x="7406" y="4661"/>
                  <a:pt x="7370" y="4697"/>
                </a:cubicBezTo>
                <a:cubicBezTo>
                  <a:pt x="7287" y="4769"/>
                  <a:pt x="7287" y="4876"/>
                  <a:pt x="7370" y="4947"/>
                </a:cubicBezTo>
                <a:lnTo>
                  <a:pt x="7787" y="5364"/>
                </a:lnTo>
                <a:lnTo>
                  <a:pt x="7442" y="5709"/>
                </a:lnTo>
                <a:lnTo>
                  <a:pt x="5715" y="3983"/>
                </a:lnTo>
                <a:lnTo>
                  <a:pt x="6037" y="3661"/>
                </a:lnTo>
                <a:cubicBezTo>
                  <a:pt x="6120" y="3578"/>
                  <a:pt x="6120" y="3483"/>
                  <a:pt x="6037" y="3399"/>
                </a:cubicBezTo>
                <a:cubicBezTo>
                  <a:pt x="6001" y="3364"/>
                  <a:pt x="5956" y="3346"/>
                  <a:pt x="5912" y="3346"/>
                </a:cubicBezTo>
                <a:cubicBezTo>
                  <a:pt x="5867" y="3346"/>
                  <a:pt x="5822" y="3364"/>
                  <a:pt x="5787" y="3399"/>
                </a:cubicBezTo>
                <a:lnTo>
                  <a:pt x="5465" y="3733"/>
                </a:lnTo>
                <a:lnTo>
                  <a:pt x="2239" y="506"/>
                </a:lnTo>
                <a:cubicBezTo>
                  <a:pt x="2012" y="280"/>
                  <a:pt x="1715" y="161"/>
                  <a:pt x="1381" y="161"/>
                </a:cubicBezTo>
                <a:cubicBezTo>
                  <a:pt x="1072" y="161"/>
                  <a:pt x="762" y="280"/>
                  <a:pt x="536" y="506"/>
                </a:cubicBezTo>
                <a:cubicBezTo>
                  <a:pt x="310" y="732"/>
                  <a:pt x="191" y="1030"/>
                  <a:pt x="191" y="1351"/>
                </a:cubicBezTo>
                <a:cubicBezTo>
                  <a:pt x="191" y="1661"/>
                  <a:pt x="310" y="1971"/>
                  <a:pt x="536" y="2197"/>
                </a:cubicBezTo>
                <a:lnTo>
                  <a:pt x="3774" y="5447"/>
                </a:lnTo>
                <a:lnTo>
                  <a:pt x="203" y="9019"/>
                </a:lnTo>
                <a:cubicBezTo>
                  <a:pt x="0" y="9221"/>
                  <a:pt x="0" y="9567"/>
                  <a:pt x="203" y="9793"/>
                </a:cubicBezTo>
                <a:lnTo>
                  <a:pt x="1667" y="11246"/>
                </a:lnTo>
                <a:cubicBezTo>
                  <a:pt x="1774" y="11353"/>
                  <a:pt x="1905" y="11412"/>
                  <a:pt x="2048" y="11412"/>
                </a:cubicBezTo>
                <a:cubicBezTo>
                  <a:pt x="2203" y="11412"/>
                  <a:pt x="2334" y="11353"/>
                  <a:pt x="2441" y="11246"/>
                </a:cubicBezTo>
                <a:lnTo>
                  <a:pt x="6013" y="7674"/>
                </a:lnTo>
                <a:lnTo>
                  <a:pt x="6263" y="7924"/>
                </a:lnTo>
                <a:cubicBezTo>
                  <a:pt x="6299" y="7965"/>
                  <a:pt x="6343" y="7986"/>
                  <a:pt x="6389" y="7986"/>
                </a:cubicBezTo>
                <a:cubicBezTo>
                  <a:pt x="6436" y="7986"/>
                  <a:pt x="6483" y="7965"/>
                  <a:pt x="6525" y="7924"/>
                </a:cubicBezTo>
                <a:cubicBezTo>
                  <a:pt x="6596" y="7852"/>
                  <a:pt x="6596" y="7745"/>
                  <a:pt x="6525" y="7674"/>
                </a:cubicBezTo>
                <a:lnTo>
                  <a:pt x="6168" y="7316"/>
                </a:lnTo>
                <a:cubicBezTo>
                  <a:pt x="6168" y="7305"/>
                  <a:pt x="6144" y="7305"/>
                  <a:pt x="6132" y="7293"/>
                </a:cubicBezTo>
                <a:lnTo>
                  <a:pt x="6096" y="7257"/>
                </a:lnTo>
                <a:lnTo>
                  <a:pt x="2310" y="3471"/>
                </a:lnTo>
                <a:lnTo>
                  <a:pt x="2786" y="2995"/>
                </a:lnTo>
                <a:lnTo>
                  <a:pt x="3084" y="3292"/>
                </a:lnTo>
                <a:cubicBezTo>
                  <a:pt x="3108" y="3316"/>
                  <a:pt x="3155" y="3328"/>
                  <a:pt x="3203" y="3328"/>
                </a:cubicBezTo>
                <a:cubicBezTo>
                  <a:pt x="3239" y="3328"/>
                  <a:pt x="3286" y="3316"/>
                  <a:pt x="3322" y="3292"/>
                </a:cubicBezTo>
                <a:cubicBezTo>
                  <a:pt x="3393" y="3209"/>
                  <a:pt x="3393" y="3114"/>
                  <a:pt x="3322" y="3030"/>
                </a:cubicBezTo>
                <a:lnTo>
                  <a:pt x="3024" y="2733"/>
                </a:lnTo>
                <a:lnTo>
                  <a:pt x="3501" y="2256"/>
                </a:lnTo>
                <a:lnTo>
                  <a:pt x="5358" y="4126"/>
                </a:lnTo>
                <a:lnTo>
                  <a:pt x="7311" y="6066"/>
                </a:lnTo>
                <a:lnTo>
                  <a:pt x="7323" y="6090"/>
                </a:lnTo>
                <a:lnTo>
                  <a:pt x="7334" y="6102"/>
                </a:lnTo>
                <a:lnTo>
                  <a:pt x="9942" y="8710"/>
                </a:lnTo>
                <a:lnTo>
                  <a:pt x="9466" y="9186"/>
                </a:lnTo>
                <a:lnTo>
                  <a:pt x="6846" y="6554"/>
                </a:lnTo>
                <a:lnTo>
                  <a:pt x="5810" y="5519"/>
                </a:lnTo>
                <a:lnTo>
                  <a:pt x="3965" y="3673"/>
                </a:lnTo>
                <a:cubicBezTo>
                  <a:pt x="3923" y="3637"/>
                  <a:pt x="3879" y="3620"/>
                  <a:pt x="3834" y="3620"/>
                </a:cubicBezTo>
                <a:cubicBezTo>
                  <a:pt x="3789" y="3620"/>
                  <a:pt x="3745" y="3637"/>
                  <a:pt x="3703" y="3673"/>
                </a:cubicBezTo>
                <a:cubicBezTo>
                  <a:pt x="3632" y="3745"/>
                  <a:pt x="3632" y="3852"/>
                  <a:pt x="3703" y="3923"/>
                </a:cubicBezTo>
                <a:lnTo>
                  <a:pt x="9239" y="9460"/>
                </a:lnTo>
                <a:lnTo>
                  <a:pt x="8763" y="9936"/>
                </a:lnTo>
                <a:lnTo>
                  <a:pt x="7096" y="8269"/>
                </a:lnTo>
                <a:cubicBezTo>
                  <a:pt x="7061" y="8233"/>
                  <a:pt x="7016" y="8215"/>
                  <a:pt x="6971" y="8215"/>
                </a:cubicBezTo>
                <a:cubicBezTo>
                  <a:pt x="6927" y="8215"/>
                  <a:pt x="6882" y="8233"/>
                  <a:pt x="6846" y="8269"/>
                </a:cubicBezTo>
                <a:cubicBezTo>
                  <a:pt x="6775" y="8340"/>
                  <a:pt x="6775" y="8448"/>
                  <a:pt x="6846" y="8519"/>
                </a:cubicBezTo>
                <a:lnTo>
                  <a:pt x="8632" y="10305"/>
                </a:lnTo>
                <a:cubicBezTo>
                  <a:pt x="8644" y="10329"/>
                  <a:pt x="8680" y="10341"/>
                  <a:pt x="8692" y="10353"/>
                </a:cubicBezTo>
                <a:lnTo>
                  <a:pt x="10799" y="11174"/>
                </a:lnTo>
                <a:cubicBezTo>
                  <a:pt x="10835" y="11186"/>
                  <a:pt x="10883" y="11186"/>
                  <a:pt x="10906" y="11186"/>
                </a:cubicBezTo>
                <a:cubicBezTo>
                  <a:pt x="10990" y="11186"/>
                  <a:pt x="11061" y="11162"/>
                  <a:pt x="11121" y="11103"/>
                </a:cubicBezTo>
                <a:cubicBezTo>
                  <a:pt x="11192" y="11019"/>
                  <a:pt x="11228" y="10900"/>
                  <a:pt x="11180" y="10805"/>
                </a:cubicBezTo>
                <a:lnTo>
                  <a:pt x="10359" y="8686"/>
                </a:lnTo>
                <a:cubicBezTo>
                  <a:pt x="10347" y="8662"/>
                  <a:pt x="10323" y="8638"/>
                  <a:pt x="10311" y="8626"/>
                </a:cubicBezTo>
                <a:lnTo>
                  <a:pt x="7692" y="6007"/>
                </a:lnTo>
                <a:lnTo>
                  <a:pt x="11264" y="2435"/>
                </a:lnTo>
                <a:cubicBezTo>
                  <a:pt x="11478" y="2185"/>
                  <a:pt x="11478" y="1840"/>
                  <a:pt x="11264" y="1625"/>
                </a:cubicBezTo>
                <a:lnTo>
                  <a:pt x="9811" y="161"/>
                </a:lnTo>
                <a:cubicBezTo>
                  <a:pt x="9704" y="54"/>
                  <a:pt x="9567" y="0"/>
                  <a:pt x="9428" y="0"/>
                </a:cubicBezTo>
                <a:close/>
              </a:path>
            </a:pathLst>
          </a:custGeom>
          <a:solidFill>
            <a:srgbClr val="657E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DF351"/>
              </a:solidFill>
            </a:endParaRPr>
          </a:p>
        </p:txBody>
      </p:sp>
      <p:grpSp>
        <p:nvGrpSpPr>
          <p:cNvPr id="84" name="Google Shape;8947;p59"/>
          <p:cNvGrpSpPr/>
          <p:nvPr/>
        </p:nvGrpSpPr>
        <p:grpSpPr>
          <a:xfrm>
            <a:off x="3270712" y="1558681"/>
            <a:ext cx="411535" cy="315587"/>
            <a:chOff x="3042703" y="1529137"/>
            <a:chExt cx="411535" cy="315587"/>
          </a:xfrm>
        </p:grpSpPr>
        <p:sp>
          <p:nvSpPr>
            <p:cNvPr id="85" name="Google Shape;8948;p59"/>
            <p:cNvSpPr/>
            <p:nvPr/>
          </p:nvSpPr>
          <p:spPr>
            <a:xfrm>
              <a:off x="3042703" y="1529137"/>
              <a:ext cx="411535" cy="315587"/>
            </a:xfrm>
            <a:custGeom>
              <a:avLst/>
              <a:gdLst/>
              <a:ahLst/>
              <a:cxnLst/>
              <a:rect l="l" t="t" r="r" b="b"/>
              <a:pathLst>
                <a:path w="12919" h="9907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lnTo>
                    <a:pt x="1" y="9716"/>
                  </a:lnTo>
                  <a:cubicBezTo>
                    <a:pt x="1" y="9823"/>
                    <a:pt x="96" y="9906"/>
                    <a:pt x="191" y="9906"/>
                  </a:cubicBezTo>
                  <a:lnTo>
                    <a:pt x="2394" y="9906"/>
                  </a:lnTo>
                  <a:cubicBezTo>
                    <a:pt x="2501" y="9906"/>
                    <a:pt x="2584" y="9823"/>
                    <a:pt x="2584" y="9716"/>
                  </a:cubicBezTo>
                  <a:cubicBezTo>
                    <a:pt x="2584" y="9609"/>
                    <a:pt x="2501" y="9525"/>
                    <a:pt x="2394" y="9525"/>
                  </a:cubicBezTo>
                  <a:lnTo>
                    <a:pt x="382" y="9525"/>
                  </a:lnTo>
                  <a:lnTo>
                    <a:pt x="382" y="7989"/>
                  </a:lnTo>
                  <a:lnTo>
                    <a:pt x="8287" y="7989"/>
                  </a:lnTo>
                  <a:cubicBezTo>
                    <a:pt x="8394" y="7989"/>
                    <a:pt x="8478" y="7894"/>
                    <a:pt x="8478" y="7799"/>
                  </a:cubicBezTo>
                  <a:cubicBezTo>
                    <a:pt x="8478" y="7692"/>
                    <a:pt x="8394" y="7596"/>
                    <a:pt x="8287" y="7596"/>
                  </a:cubicBezTo>
                  <a:lnTo>
                    <a:pt x="382" y="7596"/>
                  </a:lnTo>
                  <a:lnTo>
                    <a:pt x="382" y="2167"/>
                  </a:lnTo>
                  <a:lnTo>
                    <a:pt x="12550" y="2167"/>
                  </a:lnTo>
                  <a:lnTo>
                    <a:pt x="12550" y="7596"/>
                  </a:lnTo>
                  <a:lnTo>
                    <a:pt x="9287" y="7596"/>
                  </a:lnTo>
                  <a:cubicBezTo>
                    <a:pt x="9180" y="7596"/>
                    <a:pt x="9097" y="7692"/>
                    <a:pt x="9097" y="7799"/>
                  </a:cubicBezTo>
                  <a:cubicBezTo>
                    <a:pt x="9097" y="7894"/>
                    <a:pt x="9180" y="7989"/>
                    <a:pt x="9287" y="7989"/>
                  </a:cubicBezTo>
                  <a:lnTo>
                    <a:pt x="12538" y="7989"/>
                  </a:lnTo>
                  <a:lnTo>
                    <a:pt x="12538" y="9525"/>
                  </a:lnTo>
                  <a:lnTo>
                    <a:pt x="3251" y="9525"/>
                  </a:lnTo>
                  <a:cubicBezTo>
                    <a:pt x="3144" y="9525"/>
                    <a:pt x="3049" y="9609"/>
                    <a:pt x="3049" y="9716"/>
                  </a:cubicBezTo>
                  <a:cubicBezTo>
                    <a:pt x="3049" y="9823"/>
                    <a:pt x="3144" y="9906"/>
                    <a:pt x="3251" y="9906"/>
                  </a:cubicBezTo>
                  <a:lnTo>
                    <a:pt x="12728" y="9906"/>
                  </a:lnTo>
                  <a:cubicBezTo>
                    <a:pt x="12835" y="9906"/>
                    <a:pt x="12919" y="9823"/>
                    <a:pt x="12919" y="9716"/>
                  </a:cubicBezTo>
                  <a:lnTo>
                    <a:pt x="12919" y="191"/>
                  </a:lnTo>
                  <a:cubicBezTo>
                    <a:pt x="12907" y="84"/>
                    <a:pt x="12835" y="0"/>
                    <a:pt x="12728" y="0"/>
                  </a:cubicBezTo>
                  <a:lnTo>
                    <a:pt x="6859" y="0"/>
                  </a:lnTo>
                  <a:cubicBezTo>
                    <a:pt x="6763" y="0"/>
                    <a:pt x="6668" y="84"/>
                    <a:pt x="6668" y="191"/>
                  </a:cubicBezTo>
                  <a:cubicBezTo>
                    <a:pt x="6668" y="298"/>
                    <a:pt x="6763" y="381"/>
                    <a:pt x="6859" y="381"/>
                  </a:cubicBezTo>
                  <a:lnTo>
                    <a:pt x="12538" y="381"/>
                  </a:lnTo>
                  <a:lnTo>
                    <a:pt x="12538" y="1810"/>
                  </a:lnTo>
                  <a:lnTo>
                    <a:pt x="370" y="1810"/>
                  </a:lnTo>
                  <a:lnTo>
                    <a:pt x="370" y="381"/>
                  </a:lnTo>
                  <a:lnTo>
                    <a:pt x="6001" y="381"/>
                  </a:lnTo>
                  <a:cubicBezTo>
                    <a:pt x="6108" y="381"/>
                    <a:pt x="6192" y="298"/>
                    <a:pt x="6192" y="191"/>
                  </a:cubicBezTo>
                  <a:cubicBezTo>
                    <a:pt x="6192" y="84"/>
                    <a:pt x="6097" y="0"/>
                    <a:pt x="600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86" name="Google Shape;8949;p59"/>
            <p:cNvSpPr/>
            <p:nvPr/>
          </p:nvSpPr>
          <p:spPr>
            <a:xfrm>
              <a:off x="3077967" y="1557965"/>
              <a:ext cx="12169" cy="12551"/>
            </a:xfrm>
            <a:custGeom>
              <a:avLst/>
              <a:gdLst/>
              <a:ahLst/>
              <a:cxnLst/>
              <a:rect l="l" t="t" r="r" b="b"/>
              <a:pathLst>
                <a:path w="382" h="394" extrusionOk="0">
                  <a:moveTo>
                    <a:pt x="191" y="0"/>
                  </a:moveTo>
                  <a:cubicBezTo>
                    <a:pt x="84" y="0"/>
                    <a:pt x="1" y="95"/>
                    <a:pt x="1" y="191"/>
                  </a:cubicBezTo>
                  <a:cubicBezTo>
                    <a:pt x="1" y="298"/>
                    <a:pt x="84" y="393"/>
                    <a:pt x="191" y="393"/>
                  </a:cubicBezTo>
                  <a:cubicBezTo>
                    <a:pt x="298" y="393"/>
                    <a:pt x="382" y="298"/>
                    <a:pt x="382" y="191"/>
                  </a:cubicBezTo>
                  <a:cubicBezTo>
                    <a:pt x="382" y="95"/>
                    <a:pt x="298" y="0"/>
                    <a:pt x="19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87" name="Google Shape;8950;p59"/>
            <p:cNvSpPr/>
            <p:nvPr/>
          </p:nvSpPr>
          <p:spPr>
            <a:xfrm>
              <a:off x="3099978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203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203" y="393"/>
                  </a:cubicBezTo>
                  <a:cubicBezTo>
                    <a:pt x="298" y="393"/>
                    <a:pt x="393" y="298"/>
                    <a:pt x="393" y="191"/>
                  </a:cubicBezTo>
                  <a:cubicBezTo>
                    <a:pt x="393" y="95"/>
                    <a:pt x="298" y="0"/>
                    <a:pt x="20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88" name="Google Shape;8951;p59"/>
            <p:cNvSpPr/>
            <p:nvPr/>
          </p:nvSpPr>
          <p:spPr>
            <a:xfrm>
              <a:off x="3122341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191" y="0"/>
                  </a:moveTo>
                  <a:cubicBezTo>
                    <a:pt x="96" y="0"/>
                    <a:pt x="1" y="95"/>
                    <a:pt x="1" y="191"/>
                  </a:cubicBezTo>
                  <a:cubicBezTo>
                    <a:pt x="1" y="298"/>
                    <a:pt x="96" y="393"/>
                    <a:pt x="191" y="393"/>
                  </a:cubicBezTo>
                  <a:cubicBezTo>
                    <a:pt x="298" y="393"/>
                    <a:pt x="394" y="298"/>
                    <a:pt x="394" y="191"/>
                  </a:cubicBezTo>
                  <a:cubicBezTo>
                    <a:pt x="394" y="95"/>
                    <a:pt x="298" y="0"/>
                    <a:pt x="19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89" name="Google Shape;8952;p59"/>
            <p:cNvSpPr/>
            <p:nvPr/>
          </p:nvSpPr>
          <p:spPr>
            <a:xfrm>
              <a:off x="3342331" y="1557965"/>
              <a:ext cx="79669" cy="12551"/>
            </a:xfrm>
            <a:custGeom>
              <a:avLst/>
              <a:gdLst/>
              <a:ahLst/>
              <a:cxnLst/>
              <a:rect l="l" t="t" r="r" b="b"/>
              <a:pathLst>
                <a:path w="2501" h="394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2310" y="393"/>
                  </a:lnTo>
                  <a:cubicBezTo>
                    <a:pt x="2417" y="393"/>
                    <a:pt x="2501" y="298"/>
                    <a:pt x="2501" y="191"/>
                  </a:cubicBezTo>
                  <a:cubicBezTo>
                    <a:pt x="2501" y="95"/>
                    <a:pt x="2417" y="0"/>
                    <a:pt x="231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90" name="Google Shape;8953;p59"/>
            <p:cNvSpPr/>
            <p:nvPr/>
          </p:nvSpPr>
          <p:spPr>
            <a:xfrm>
              <a:off x="3306303" y="1557965"/>
              <a:ext cx="26949" cy="12551"/>
            </a:xfrm>
            <a:custGeom>
              <a:avLst/>
              <a:gdLst/>
              <a:ahLst/>
              <a:cxnLst/>
              <a:rect l="l" t="t" r="r" b="b"/>
              <a:pathLst>
                <a:path w="846" h="394" extrusionOk="0">
                  <a:moveTo>
                    <a:pt x="191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655" y="393"/>
                  </a:lnTo>
                  <a:cubicBezTo>
                    <a:pt x="762" y="393"/>
                    <a:pt x="846" y="298"/>
                    <a:pt x="846" y="191"/>
                  </a:cubicBezTo>
                  <a:cubicBezTo>
                    <a:pt x="846" y="95"/>
                    <a:pt x="762" y="0"/>
                    <a:pt x="65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91" name="Google Shape;8954;p59"/>
            <p:cNvSpPr/>
            <p:nvPr/>
          </p:nvSpPr>
          <p:spPr>
            <a:xfrm>
              <a:off x="3165217" y="1622822"/>
              <a:ext cx="166888" cy="121750"/>
            </a:xfrm>
            <a:custGeom>
              <a:avLst/>
              <a:gdLst/>
              <a:ahLst/>
              <a:cxnLst/>
              <a:rect l="l" t="t" r="r" b="b"/>
              <a:pathLst>
                <a:path w="5239" h="3822" extrusionOk="0">
                  <a:moveTo>
                    <a:pt x="4048" y="381"/>
                  </a:moveTo>
                  <a:cubicBezTo>
                    <a:pt x="4489" y="381"/>
                    <a:pt x="4846" y="738"/>
                    <a:pt x="4846" y="1179"/>
                  </a:cubicBezTo>
                  <a:lnTo>
                    <a:pt x="4846" y="2655"/>
                  </a:lnTo>
                  <a:cubicBezTo>
                    <a:pt x="4846" y="3096"/>
                    <a:pt x="4489" y="3453"/>
                    <a:pt x="4048" y="3453"/>
                  </a:cubicBezTo>
                  <a:lnTo>
                    <a:pt x="1155" y="3453"/>
                  </a:lnTo>
                  <a:cubicBezTo>
                    <a:pt x="715" y="3453"/>
                    <a:pt x="357" y="3096"/>
                    <a:pt x="357" y="2655"/>
                  </a:cubicBezTo>
                  <a:lnTo>
                    <a:pt x="357" y="1179"/>
                  </a:lnTo>
                  <a:cubicBezTo>
                    <a:pt x="357" y="738"/>
                    <a:pt x="715" y="381"/>
                    <a:pt x="1155" y="381"/>
                  </a:cubicBezTo>
                  <a:close/>
                  <a:moveTo>
                    <a:pt x="1167" y="0"/>
                  </a:moveTo>
                  <a:cubicBezTo>
                    <a:pt x="512" y="0"/>
                    <a:pt x="0" y="536"/>
                    <a:pt x="0" y="1179"/>
                  </a:cubicBezTo>
                  <a:lnTo>
                    <a:pt x="0" y="2655"/>
                  </a:lnTo>
                  <a:cubicBezTo>
                    <a:pt x="0" y="3310"/>
                    <a:pt x="536" y="3822"/>
                    <a:pt x="1167" y="3822"/>
                  </a:cubicBezTo>
                  <a:lnTo>
                    <a:pt x="4060" y="3822"/>
                  </a:lnTo>
                  <a:cubicBezTo>
                    <a:pt x="4715" y="3822"/>
                    <a:pt x="5239" y="3286"/>
                    <a:pt x="5239" y="2655"/>
                  </a:cubicBezTo>
                  <a:lnTo>
                    <a:pt x="5239" y="1179"/>
                  </a:lnTo>
                  <a:cubicBezTo>
                    <a:pt x="5239" y="524"/>
                    <a:pt x="4703" y="0"/>
                    <a:pt x="406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92" name="Google Shape;8955;p59"/>
            <p:cNvSpPr/>
            <p:nvPr/>
          </p:nvSpPr>
          <p:spPr>
            <a:xfrm>
              <a:off x="3222843" y="1657226"/>
              <a:ext cx="54281" cy="53612"/>
            </a:xfrm>
            <a:custGeom>
              <a:avLst/>
              <a:gdLst/>
              <a:ahLst/>
              <a:cxnLst/>
              <a:rect l="l" t="t" r="r" b="b"/>
              <a:pathLst>
                <a:path w="1704" h="1683" extrusionOk="0">
                  <a:moveTo>
                    <a:pt x="394" y="396"/>
                  </a:moveTo>
                  <a:lnTo>
                    <a:pt x="1287" y="849"/>
                  </a:lnTo>
                  <a:lnTo>
                    <a:pt x="394" y="1278"/>
                  </a:lnTo>
                  <a:lnTo>
                    <a:pt x="394" y="396"/>
                  </a:lnTo>
                  <a:close/>
                  <a:moveTo>
                    <a:pt x="358" y="0"/>
                  </a:moveTo>
                  <a:cubicBezTo>
                    <a:pt x="293" y="0"/>
                    <a:pt x="227" y="18"/>
                    <a:pt x="168" y="51"/>
                  </a:cubicBezTo>
                  <a:cubicBezTo>
                    <a:pt x="61" y="111"/>
                    <a:pt x="1" y="230"/>
                    <a:pt x="1" y="349"/>
                  </a:cubicBezTo>
                  <a:lnTo>
                    <a:pt x="1" y="1325"/>
                  </a:lnTo>
                  <a:cubicBezTo>
                    <a:pt x="1" y="1444"/>
                    <a:pt x="61" y="1563"/>
                    <a:pt x="168" y="1623"/>
                  </a:cubicBezTo>
                  <a:cubicBezTo>
                    <a:pt x="227" y="1647"/>
                    <a:pt x="287" y="1682"/>
                    <a:pt x="358" y="1682"/>
                  </a:cubicBezTo>
                  <a:cubicBezTo>
                    <a:pt x="418" y="1682"/>
                    <a:pt x="465" y="1659"/>
                    <a:pt x="513" y="1647"/>
                  </a:cubicBezTo>
                  <a:lnTo>
                    <a:pt x="1489" y="1170"/>
                  </a:lnTo>
                  <a:cubicBezTo>
                    <a:pt x="1608" y="1111"/>
                    <a:pt x="1680" y="992"/>
                    <a:pt x="1680" y="861"/>
                  </a:cubicBezTo>
                  <a:cubicBezTo>
                    <a:pt x="1704" y="706"/>
                    <a:pt x="1620" y="575"/>
                    <a:pt x="1489" y="516"/>
                  </a:cubicBezTo>
                  <a:lnTo>
                    <a:pt x="513" y="39"/>
                  </a:lnTo>
                  <a:cubicBezTo>
                    <a:pt x="465" y="12"/>
                    <a:pt x="412" y="0"/>
                    <a:pt x="35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93" name="Google Shape;8956;p59"/>
            <p:cNvSpPr/>
            <p:nvPr/>
          </p:nvSpPr>
          <p:spPr>
            <a:xfrm>
              <a:off x="3087459" y="1800700"/>
              <a:ext cx="160454" cy="12519"/>
            </a:xfrm>
            <a:custGeom>
              <a:avLst/>
              <a:gdLst/>
              <a:ahLst/>
              <a:cxnLst/>
              <a:rect l="l" t="t" r="r" b="b"/>
              <a:pathLst>
                <a:path w="5037" h="393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84" y="393"/>
                    <a:pt x="191" y="393"/>
                  </a:cubicBezTo>
                  <a:lnTo>
                    <a:pt x="4846" y="393"/>
                  </a:lnTo>
                  <a:cubicBezTo>
                    <a:pt x="4953" y="393"/>
                    <a:pt x="5037" y="298"/>
                    <a:pt x="5037" y="191"/>
                  </a:cubicBezTo>
                  <a:cubicBezTo>
                    <a:pt x="5037" y="95"/>
                    <a:pt x="4953" y="0"/>
                    <a:pt x="484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94" name="Google Shape;8957;p59"/>
            <p:cNvSpPr/>
            <p:nvPr/>
          </p:nvSpPr>
          <p:spPr>
            <a:xfrm>
              <a:off x="3368866" y="1800318"/>
              <a:ext cx="43673" cy="12169"/>
            </a:xfrm>
            <a:custGeom>
              <a:avLst/>
              <a:gdLst/>
              <a:ahLst/>
              <a:cxnLst/>
              <a:rect l="l" t="t" r="r" b="b"/>
              <a:pathLst>
                <a:path w="1371" h="382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cubicBezTo>
                    <a:pt x="1" y="298"/>
                    <a:pt x="96" y="381"/>
                    <a:pt x="191" y="381"/>
                  </a:cubicBezTo>
                  <a:lnTo>
                    <a:pt x="1180" y="381"/>
                  </a:lnTo>
                  <a:cubicBezTo>
                    <a:pt x="1287" y="381"/>
                    <a:pt x="1370" y="298"/>
                    <a:pt x="1370" y="191"/>
                  </a:cubicBezTo>
                  <a:cubicBezTo>
                    <a:pt x="1370" y="84"/>
                    <a:pt x="1287" y="0"/>
                    <a:pt x="118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</p:grpSp>
      <p:grpSp>
        <p:nvGrpSpPr>
          <p:cNvPr id="95" name="Google Shape;8890;p59"/>
          <p:cNvGrpSpPr/>
          <p:nvPr/>
        </p:nvGrpSpPr>
        <p:grpSpPr>
          <a:xfrm>
            <a:off x="5775728" y="2450242"/>
            <a:ext cx="351615" cy="350373"/>
            <a:chOff x="6203579" y="3348981"/>
            <a:chExt cx="351615" cy="350373"/>
          </a:xfrm>
        </p:grpSpPr>
        <p:sp>
          <p:nvSpPr>
            <p:cNvPr id="96" name="Google Shape;8891;p59"/>
            <p:cNvSpPr/>
            <p:nvPr/>
          </p:nvSpPr>
          <p:spPr>
            <a:xfrm>
              <a:off x="6377667" y="3404249"/>
              <a:ext cx="93686" cy="58072"/>
            </a:xfrm>
            <a:custGeom>
              <a:avLst/>
              <a:gdLst/>
              <a:ahLst/>
              <a:cxnLst/>
              <a:rect l="l" t="t" r="r" b="b"/>
              <a:pathLst>
                <a:path w="2941" h="1823" extrusionOk="0">
                  <a:moveTo>
                    <a:pt x="644" y="0"/>
                  </a:moveTo>
                  <a:cubicBezTo>
                    <a:pt x="467" y="0"/>
                    <a:pt x="288" y="39"/>
                    <a:pt x="119" y="120"/>
                  </a:cubicBezTo>
                  <a:cubicBezTo>
                    <a:pt x="36" y="155"/>
                    <a:pt x="0" y="251"/>
                    <a:pt x="36" y="322"/>
                  </a:cubicBezTo>
                  <a:cubicBezTo>
                    <a:pt x="70" y="374"/>
                    <a:pt x="129" y="413"/>
                    <a:pt x="186" y="413"/>
                  </a:cubicBezTo>
                  <a:cubicBezTo>
                    <a:pt x="208" y="413"/>
                    <a:pt x="230" y="407"/>
                    <a:pt x="250" y="394"/>
                  </a:cubicBezTo>
                  <a:cubicBezTo>
                    <a:pt x="370" y="337"/>
                    <a:pt x="498" y="310"/>
                    <a:pt x="625" y="310"/>
                  </a:cubicBezTo>
                  <a:cubicBezTo>
                    <a:pt x="950" y="310"/>
                    <a:pt x="1269" y="487"/>
                    <a:pt x="1441" y="786"/>
                  </a:cubicBezTo>
                  <a:cubicBezTo>
                    <a:pt x="1215" y="1036"/>
                    <a:pt x="1143" y="1406"/>
                    <a:pt x="1286" y="1739"/>
                  </a:cubicBezTo>
                  <a:cubicBezTo>
                    <a:pt x="1322" y="1798"/>
                    <a:pt x="1381" y="1822"/>
                    <a:pt x="1441" y="1822"/>
                  </a:cubicBezTo>
                  <a:cubicBezTo>
                    <a:pt x="1560" y="1822"/>
                    <a:pt x="1631" y="1703"/>
                    <a:pt x="1584" y="1608"/>
                  </a:cubicBezTo>
                  <a:cubicBezTo>
                    <a:pt x="1453" y="1322"/>
                    <a:pt x="1572" y="989"/>
                    <a:pt x="1858" y="858"/>
                  </a:cubicBezTo>
                  <a:cubicBezTo>
                    <a:pt x="1936" y="822"/>
                    <a:pt x="2017" y="805"/>
                    <a:pt x="2096" y="805"/>
                  </a:cubicBezTo>
                  <a:cubicBezTo>
                    <a:pt x="2305" y="805"/>
                    <a:pt x="2501" y="924"/>
                    <a:pt x="2596" y="1132"/>
                  </a:cubicBezTo>
                  <a:cubicBezTo>
                    <a:pt x="2631" y="1193"/>
                    <a:pt x="2699" y="1229"/>
                    <a:pt x="2760" y="1229"/>
                  </a:cubicBezTo>
                  <a:cubicBezTo>
                    <a:pt x="2782" y="1229"/>
                    <a:pt x="2803" y="1224"/>
                    <a:pt x="2822" y="1215"/>
                  </a:cubicBezTo>
                  <a:cubicBezTo>
                    <a:pt x="2893" y="1167"/>
                    <a:pt x="2941" y="1084"/>
                    <a:pt x="2893" y="1013"/>
                  </a:cubicBezTo>
                  <a:cubicBezTo>
                    <a:pt x="2757" y="696"/>
                    <a:pt x="2448" y="503"/>
                    <a:pt x="2108" y="503"/>
                  </a:cubicBezTo>
                  <a:cubicBezTo>
                    <a:pt x="1975" y="503"/>
                    <a:pt x="1837" y="532"/>
                    <a:pt x="1703" y="596"/>
                  </a:cubicBezTo>
                  <a:cubicBezTo>
                    <a:pt x="1476" y="218"/>
                    <a:pt x="1066" y="0"/>
                    <a:pt x="64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97" name="Google Shape;8892;p59"/>
            <p:cNvSpPr/>
            <p:nvPr/>
          </p:nvSpPr>
          <p:spPr>
            <a:xfrm>
              <a:off x="6260090" y="3449611"/>
              <a:ext cx="76643" cy="44947"/>
            </a:xfrm>
            <a:custGeom>
              <a:avLst/>
              <a:gdLst/>
              <a:ahLst/>
              <a:cxnLst/>
              <a:rect l="l" t="t" r="r" b="b"/>
              <a:pathLst>
                <a:path w="2406" h="1411" extrusionOk="0">
                  <a:moveTo>
                    <a:pt x="1868" y="0"/>
                  </a:moveTo>
                  <a:cubicBezTo>
                    <a:pt x="1523" y="0"/>
                    <a:pt x="1190" y="178"/>
                    <a:pt x="1012" y="541"/>
                  </a:cubicBezTo>
                  <a:cubicBezTo>
                    <a:pt x="891" y="501"/>
                    <a:pt x="765" y="480"/>
                    <a:pt x="638" y="480"/>
                  </a:cubicBezTo>
                  <a:cubicBezTo>
                    <a:pt x="466" y="480"/>
                    <a:pt x="291" y="518"/>
                    <a:pt x="119" y="601"/>
                  </a:cubicBezTo>
                  <a:cubicBezTo>
                    <a:pt x="36" y="636"/>
                    <a:pt x="0" y="732"/>
                    <a:pt x="36" y="803"/>
                  </a:cubicBezTo>
                  <a:cubicBezTo>
                    <a:pt x="70" y="855"/>
                    <a:pt x="129" y="894"/>
                    <a:pt x="186" y="894"/>
                  </a:cubicBezTo>
                  <a:cubicBezTo>
                    <a:pt x="209" y="894"/>
                    <a:pt x="230" y="888"/>
                    <a:pt x="250" y="875"/>
                  </a:cubicBezTo>
                  <a:cubicBezTo>
                    <a:pt x="375" y="820"/>
                    <a:pt x="506" y="794"/>
                    <a:pt x="636" y="794"/>
                  </a:cubicBezTo>
                  <a:cubicBezTo>
                    <a:pt x="990" y="794"/>
                    <a:pt x="1332" y="987"/>
                    <a:pt x="1489" y="1327"/>
                  </a:cubicBezTo>
                  <a:cubicBezTo>
                    <a:pt x="1512" y="1386"/>
                    <a:pt x="1572" y="1410"/>
                    <a:pt x="1631" y="1410"/>
                  </a:cubicBezTo>
                  <a:cubicBezTo>
                    <a:pt x="1750" y="1410"/>
                    <a:pt x="1822" y="1291"/>
                    <a:pt x="1786" y="1196"/>
                  </a:cubicBezTo>
                  <a:cubicBezTo>
                    <a:pt x="1679" y="970"/>
                    <a:pt x="1500" y="779"/>
                    <a:pt x="1310" y="660"/>
                  </a:cubicBezTo>
                  <a:cubicBezTo>
                    <a:pt x="1435" y="426"/>
                    <a:pt x="1654" y="315"/>
                    <a:pt x="1877" y="315"/>
                  </a:cubicBezTo>
                  <a:cubicBezTo>
                    <a:pt x="1971" y="315"/>
                    <a:pt x="2067" y="335"/>
                    <a:pt x="2155" y="374"/>
                  </a:cubicBezTo>
                  <a:cubicBezTo>
                    <a:pt x="2175" y="388"/>
                    <a:pt x="2198" y="394"/>
                    <a:pt x="2221" y="394"/>
                  </a:cubicBezTo>
                  <a:cubicBezTo>
                    <a:pt x="2280" y="394"/>
                    <a:pt x="2341" y="355"/>
                    <a:pt x="2358" y="303"/>
                  </a:cubicBezTo>
                  <a:cubicBezTo>
                    <a:pt x="2405" y="220"/>
                    <a:pt x="2358" y="124"/>
                    <a:pt x="2286" y="89"/>
                  </a:cubicBezTo>
                  <a:cubicBezTo>
                    <a:pt x="2151" y="30"/>
                    <a:pt x="2009" y="0"/>
                    <a:pt x="186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98" name="Google Shape;8893;p59"/>
            <p:cNvSpPr/>
            <p:nvPr/>
          </p:nvSpPr>
          <p:spPr>
            <a:xfrm>
              <a:off x="6415574" y="3498349"/>
              <a:ext cx="49343" cy="21598"/>
            </a:xfrm>
            <a:custGeom>
              <a:avLst/>
              <a:gdLst/>
              <a:ahLst/>
              <a:cxnLst/>
              <a:rect l="l" t="t" r="r" b="b"/>
              <a:pathLst>
                <a:path w="1549" h="678" extrusionOk="0">
                  <a:moveTo>
                    <a:pt x="642" y="1"/>
                  </a:moveTo>
                  <a:cubicBezTo>
                    <a:pt x="446" y="1"/>
                    <a:pt x="250" y="58"/>
                    <a:pt x="84" y="178"/>
                  </a:cubicBezTo>
                  <a:cubicBezTo>
                    <a:pt x="13" y="237"/>
                    <a:pt x="1" y="333"/>
                    <a:pt x="37" y="404"/>
                  </a:cubicBezTo>
                  <a:cubicBezTo>
                    <a:pt x="75" y="450"/>
                    <a:pt x="128" y="477"/>
                    <a:pt x="180" y="477"/>
                  </a:cubicBezTo>
                  <a:cubicBezTo>
                    <a:pt x="209" y="477"/>
                    <a:pt x="237" y="469"/>
                    <a:pt x="263" y="452"/>
                  </a:cubicBezTo>
                  <a:cubicBezTo>
                    <a:pt x="382" y="366"/>
                    <a:pt x="521" y="324"/>
                    <a:pt x="659" y="324"/>
                  </a:cubicBezTo>
                  <a:cubicBezTo>
                    <a:pt x="865" y="324"/>
                    <a:pt x="1068" y="417"/>
                    <a:pt x="1203" y="595"/>
                  </a:cubicBezTo>
                  <a:cubicBezTo>
                    <a:pt x="1227" y="642"/>
                    <a:pt x="1275" y="678"/>
                    <a:pt x="1334" y="678"/>
                  </a:cubicBezTo>
                  <a:cubicBezTo>
                    <a:pt x="1465" y="678"/>
                    <a:pt x="1549" y="523"/>
                    <a:pt x="1465" y="416"/>
                  </a:cubicBezTo>
                  <a:cubicBezTo>
                    <a:pt x="1268" y="146"/>
                    <a:pt x="954" y="1"/>
                    <a:pt x="64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99" name="Google Shape;8894;p59"/>
            <p:cNvSpPr/>
            <p:nvPr/>
          </p:nvSpPr>
          <p:spPr>
            <a:xfrm>
              <a:off x="6344283" y="3473247"/>
              <a:ext cx="41380" cy="32301"/>
            </a:xfrm>
            <a:custGeom>
              <a:avLst/>
              <a:gdLst/>
              <a:ahLst/>
              <a:cxnLst/>
              <a:rect l="l" t="t" r="r" b="b"/>
              <a:pathLst>
                <a:path w="1299" h="1014" extrusionOk="0">
                  <a:moveTo>
                    <a:pt x="1122" y="0"/>
                  </a:moveTo>
                  <a:cubicBezTo>
                    <a:pt x="1048" y="0"/>
                    <a:pt x="986" y="56"/>
                    <a:pt x="953" y="133"/>
                  </a:cubicBezTo>
                  <a:cubicBezTo>
                    <a:pt x="899" y="455"/>
                    <a:pt x="612" y="701"/>
                    <a:pt x="293" y="701"/>
                  </a:cubicBezTo>
                  <a:cubicBezTo>
                    <a:pt x="259" y="701"/>
                    <a:pt x="225" y="698"/>
                    <a:pt x="191" y="692"/>
                  </a:cubicBezTo>
                  <a:cubicBezTo>
                    <a:pt x="178" y="689"/>
                    <a:pt x="166" y="687"/>
                    <a:pt x="155" y="687"/>
                  </a:cubicBezTo>
                  <a:cubicBezTo>
                    <a:pt x="87" y="687"/>
                    <a:pt x="33" y="742"/>
                    <a:pt x="12" y="823"/>
                  </a:cubicBezTo>
                  <a:cubicBezTo>
                    <a:pt x="0" y="906"/>
                    <a:pt x="60" y="990"/>
                    <a:pt x="155" y="1002"/>
                  </a:cubicBezTo>
                  <a:cubicBezTo>
                    <a:pt x="215" y="1014"/>
                    <a:pt x="250" y="1014"/>
                    <a:pt x="310" y="1014"/>
                  </a:cubicBezTo>
                  <a:cubicBezTo>
                    <a:pt x="774" y="1014"/>
                    <a:pt x="1203" y="668"/>
                    <a:pt x="1286" y="180"/>
                  </a:cubicBezTo>
                  <a:cubicBezTo>
                    <a:pt x="1298" y="97"/>
                    <a:pt x="1239" y="13"/>
                    <a:pt x="1143" y="2"/>
                  </a:cubicBezTo>
                  <a:cubicBezTo>
                    <a:pt x="1136" y="1"/>
                    <a:pt x="1129" y="0"/>
                    <a:pt x="112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00" name="Google Shape;8895;p59"/>
            <p:cNvSpPr/>
            <p:nvPr/>
          </p:nvSpPr>
          <p:spPr>
            <a:xfrm>
              <a:off x="6203579" y="3348981"/>
              <a:ext cx="351615" cy="350373"/>
            </a:xfrm>
            <a:custGeom>
              <a:avLst/>
              <a:gdLst/>
              <a:ahLst/>
              <a:cxnLst/>
              <a:rect l="l" t="t" r="r" b="b"/>
              <a:pathLst>
                <a:path w="11038" h="10999" extrusionOk="0">
                  <a:moveTo>
                    <a:pt x="4995" y="1"/>
                  </a:moveTo>
                  <a:cubicBezTo>
                    <a:pt x="4687" y="1"/>
                    <a:pt x="4370" y="111"/>
                    <a:pt x="4132" y="331"/>
                  </a:cubicBezTo>
                  <a:cubicBezTo>
                    <a:pt x="3987" y="258"/>
                    <a:pt x="3828" y="224"/>
                    <a:pt x="3666" y="224"/>
                  </a:cubicBezTo>
                  <a:cubicBezTo>
                    <a:pt x="3298" y="224"/>
                    <a:pt x="2919" y="402"/>
                    <a:pt x="2679" y="700"/>
                  </a:cubicBezTo>
                  <a:cubicBezTo>
                    <a:pt x="2642" y="695"/>
                    <a:pt x="2604" y="692"/>
                    <a:pt x="2566" y="692"/>
                  </a:cubicBezTo>
                  <a:cubicBezTo>
                    <a:pt x="2064" y="692"/>
                    <a:pt x="1551" y="1122"/>
                    <a:pt x="1429" y="1676"/>
                  </a:cubicBezTo>
                  <a:cubicBezTo>
                    <a:pt x="881" y="1795"/>
                    <a:pt x="488" y="2462"/>
                    <a:pt x="643" y="3081"/>
                  </a:cubicBezTo>
                  <a:cubicBezTo>
                    <a:pt x="84" y="3379"/>
                    <a:pt x="0" y="4248"/>
                    <a:pt x="441" y="4784"/>
                  </a:cubicBezTo>
                  <a:cubicBezTo>
                    <a:pt x="336" y="5477"/>
                    <a:pt x="852" y="6142"/>
                    <a:pt x="1432" y="6142"/>
                  </a:cubicBezTo>
                  <a:cubicBezTo>
                    <a:pt x="1510" y="6142"/>
                    <a:pt x="1589" y="6130"/>
                    <a:pt x="1667" y="6105"/>
                  </a:cubicBezTo>
                  <a:cubicBezTo>
                    <a:pt x="1827" y="6308"/>
                    <a:pt x="2150" y="6444"/>
                    <a:pt x="2456" y="6444"/>
                  </a:cubicBezTo>
                  <a:cubicBezTo>
                    <a:pt x="2491" y="6444"/>
                    <a:pt x="2526" y="6442"/>
                    <a:pt x="2560" y="6439"/>
                  </a:cubicBezTo>
                  <a:cubicBezTo>
                    <a:pt x="3002" y="7378"/>
                    <a:pt x="3681" y="7769"/>
                    <a:pt x="4568" y="7769"/>
                  </a:cubicBezTo>
                  <a:cubicBezTo>
                    <a:pt x="4805" y="7769"/>
                    <a:pt x="5056" y="7741"/>
                    <a:pt x="5322" y="7689"/>
                  </a:cubicBezTo>
                  <a:cubicBezTo>
                    <a:pt x="5429" y="8070"/>
                    <a:pt x="5715" y="8534"/>
                    <a:pt x="6382" y="8915"/>
                  </a:cubicBezTo>
                  <a:cubicBezTo>
                    <a:pt x="7454" y="9534"/>
                    <a:pt x="7965" y="10022"/>
                    <a:pt x="8037" y="10487"/>
                  </a:cubicBezTo>
                  <a:cubicBezTo>
                    <a:pt x="8085" y="10796"/>
                    <a:pt x="8346" y="10999"/>
                    <a:pt x="8644" y="10999"/>
                  </a:cubicBezTo>
                  <a:cubicBezTo>
                    <a:pt x="9049" y="10999"/>
                    <a:pt x="9323" y="10630"/>
                    <a:pt x="9251" y="10260"/>
                  </a:cubicBezTo>
                  <a:lnTo>
                    <a:pt x="8835" y="8355"/>
                  </a:lnTo>
                  <a:cubicBezTo>
                    <a:pt x="9275" y="8260"/>
                    <a:pt x="9573" y="7927"/>
                    <a:pt x="9620" y="7593"/>
                  </a:cubicBezTo>
                  <a:cubicBezTo>
                    <a:pt x="9656" y="7308"/>
                    <a:pt x="9763" y="7177"/>
                    <a:pt x="9644" y="6867"/>
                  </a:cubicBezTo>
                  <a:cubicBezTo>
                    <a:pt x="10299" y="6808"/>
                    <a:pt x="10752" y="6081"/>
                    <a:pt x="10609" y="5427"/>
                  </a:cubicBezTo>
                  <a:cubicBezTo>
                    <a:pt x="11025" y="5034"/>
                    <a:pt x="11037" y="4212"/>
                    <a:pt x="10585" y="3831"/>
                  </a:cubicBezTo>
                  <a:cubicBezTo>
                    <a:pt x="10656" y="3307"/>
                    <a:pt x="10323" y="2760"/>
                    <a:pt x="9823" y="2545"/>
                  </a:cubicBezTo>
                  <a:cubicBezTo>
                    <a:pt x="9835" y="2355"/>
                    <a:pt x="9787" y="2164"/>
                    <a:pt x="9704" y="1974"/>
                  </a:cubicBezTo>
                  <a:cubicBezTo>
                    <a:pt x="9673" y="1919"/>
                    <a:pt x="9616" y="1890"/>
                    <a:pt x="9560" y="1890"/>
                  </a:cubicBezTo>
                  <a:cubicBezTo>
                    <a:pt x="9531" y="1890"/>
                    <a:pt x="9502" y="1898"/>
                    <a:pt x="9478" y="1914"/>
                  </a:cubicBezTo>
                  <a:cubicBezTo>
                    <a:pt x="9406" y="1950"/>
                    <a:pt x="9370" y="2057"/>
                    <a:pt x="9418" y="2129"/>
                  </a:cubicBezTo>
                  <a:cubicBezTo>
                    <a:pt x="9513" y="2295"/>
                    <a:pt x="9537" y="2474"/>
                    <a:pt x="9489" y="2605"/>
                  </a:cubicBezTo>
                  <a:cubicBezTo>
                    <a:pt x="9466" y="2700"/>
                    <a:pt x="9525" y="2783"/>
                    <a:pt x="9609" y="2819"/>
                  </a:cubicBezTo>
                  <a:cubicBezTo>
                    <a:pt x="10061" y="2926"/>
                    <a:pt x="10371" y="3438"/>
                    <a:pt x="10251" y="3855"/>
                  </a:cubicBezTo>
                  <a:cubicBezTo>
                    <a:pt x="10240" y="3938"/>
                    <a:pt x="10263" y="4010"/>
                    <a:pt x="10323" y="4034"/>
                  </a:cubicBezTo>
                  <a:cubicBezTo>
                    <a:pt x="10609" y="4212"/>
                    <a:pt x="10716" y="4724"/>
                    <a:pt x="10490" y="5105"/>
                  </a:cubicBezTo>
                  <a:cubicBezTo>
                    <a:pt x="10418" y="4950"/>
                    <a:pt x="10299" y="4748"/>
                    <a:pt x="10085" y="4557"/>
                  </a:cubicBezTo>
                  <a:cubicBezTo>
                    <a:pt x="10051" y="4529"/>
                    <a:pt x="10014" y="4514"/>
                    <a:pt x="9978" y="4514"/>
                  </a:cubicBezTo>
                  <a:cubicBezTo>
                    <a:pt x="9939" y="4514"/>
                    <a:pt x="9902" y="4532"/>
                    <a:pt x="9870" y="4569"/>
                  </a:cubicBezTo>
                  <a:cubicBezTo>
                    <a:pt x="9799" y="4653"/>
                    <a:pt x="9799" y="4736"/>
                    <a:pt x="9882" y="4796"/>
                  </a:cubicBezTo>
                  <a:cubicBezTo>
                    <a:pt x="10085" y="4974"/>
                    <a:pt x="10216" y="5200"/>
                    <a:pt x="10287" y="5462"/>
                  </a:cubicBezTo>
                  <a:lnTo>
                    <a:pt x="10287" y="5498"/>
                  </a:lnTo>
                  <a:cubicBezTo>
                    <a:pt x="10463" y="6016"/>
                    <a:pt x="10035" y="6624"/>
                    <a:pt x="9592" y="6624"/>
                  </a:cubicBezTo>
                  <a:cubicBezTo>
                    <a:pt x="9526" y="6624"/>
                    <a:pt x="9459" y="6611"/>
                    <a:pt x="9394" y="6581"/>
                  </a:cubicBezTo>
                  <a:lnTo>
                    <a:pt x="9359" y="6581"/>
                  </a:lnTo>
                  <a:cubicBezTo>
                    <a:pt x="9251" y="6510"/>
                    <a:pt x="9120" y="6462"/>
                    <a:pt x="8989" y="6462"/>
                  </a:cubicBezTo>
                  <a:lnTo>
                    <a:pt x="8180" y="6462"/>
                  </a:lnTo>
                  <a:cubicBezTo>
                    <a:pt x="8096" y="6462"/>
                    <a:pt x="8013" y="6534"/>
                    <a:pt x="8013" y="6629"/>
                  </a:cubicBezTo>
                  <a:cubicBezTo>
                    <a:pt x="8013" y="6712"/>
                    <a:pt x="8096" y="6796"/>
                    <a:pt x="8180" y="6796"/>
                  </a:cubicBezTo>
                  <a:lnTo>
                    <a:pt x="8989" y="6796"/>
                  </a:lnTo>
                  <a:cubicBezTo>
                    <a:pt x="9251" y="6796"/>
                    <a:pt x="9442" y="7046"/>
                    <a:pt x="9370" y="7296"/>
                  </a:cubicBezTo>
                  <a:cubicBezTo>
                    <a:pt x="9370" y="7308"/>
                    <a:pt x="9359" y="7367"/>
                    <a:pt x="9311" y="7605"/>
                  </a:cubicBezTo>
                  <a:cubicBezTo>
                    <a:pt x="9228" y="7927"/>
                    <a:pt x="8942" y="8141"/>
                    <a:pt x="8632" y="8141"/>
                  </a:cubicBezTo>
                  <a:lnTo>
                    <a:pt x="7596" y="8141"/>
                  </a:lnTo>
                  <a:cubicBezTo>
                    <a:pt x="7275" y="8141"/>
                    <a:pt x="6989" y="7927"/>
                    <a:pt x="6918" y="7605"/>
                  </a:cubicBezTo>
                  <a:cubicBezTo>
                    <a:pt x="6870" y="7355"/>
                    <a:pt x="6858" y="7296"/>
                    <a:pt x="6858" y="7296"/>
                  </a:cubicBezTo>
                  <a:cubicBezTo>
                    <a:pt x="6799" y="7046"/>
                    <a:pt x="6977" y="6796"/>
                    <a:pt x="7239" y="6796"/>
                  </a:cubicBezTo>
                  <a:lnTo>
                    <a:pt x="7501" y="6796"/>
                  </a:lnTo>
                  <a:cubicBezTo>
                    <a:pt x="7584" y="6796"/>
                    <a:pt x="7656" y="6712"/>
                    <a:pt x="7656" y="6629"/>
                  </a:cubicBezTo>
                  <a:cubicBezTo>
                    <a:pt x="7656" y="6534"/>
                    <a:pt x="7584" y="6462"/>
                    <a:pt x="7501" y="6462"/>
                  </a:cubicBezTo>
                  <a:lnTo>
                    <a:pt x="7239" y="6462"/>
                  </a:lnTo>
                  <a:cubicBezTo>
                    <a:pt x="6763" y="6462"/>
                    <a:pt x="6430" y="6915"/>
                    <a:pt x="6549" y="7355"/>
                  </a:cubicBezTo>
                  <a:cubicBezTo>
                    <a:pt x="6584" y="7593"/>
                    <a:pt x="6608" y="7665"/>
                    <a:pt x="6608" y="7665"/>
                  </a:cubicBezTo>
                  <a:cubicBezTo>
                    <a:pt x="6727" y="8129"/>
                    <a:pt x="7144" y="8439"/>
                    <a:pt x="7596" y="8439"/>
                  </a:cubicBezTo>
                  <a:lnTo>
                    <a:pt x="8525" y="8439"/>
                  </a:lnTo>
                  <a:lnTo>
                    <a:pt x="8942" y="10380"/>
                  </a:lnTo>
                  <a:cubicBezTo>
                    <a:pt x="8954" y="10463"/>
                    <a:pt x="8942" y="10558"/>
                    <a:pt x="8882" y="10630"/>
                  </a:cubicBezTo>
                  <a:cubicBezTo>
                    <a:pt x="8818" y="10703"/>
                    <a:pt x="8733" y="10737"/>
                    <a:pt x="8650" y="10737"/>
                  </a:cubicBezTo>
                  <a:cubicBezTo>
                    <a:pt x="8517" y="10737"/>
                    <a:pt x="8388" y="10648"/>
                    <a:pt x="8358" y="10487"/>
                  </a:cubicBezTo>
                  <a:cubicBezTo>
                    <a:pt x="8275" y="9903"/>
                    <a:pt x="7739" y="9368"/>
                    <a:pt x="6561" y="8677"/>
                  </a:cubicBezTo>
                  <a:cubicBezTo>
                    <a:pt x="5751" y="8225"/>
                    <a:pt x="5513" y="7570"/>
                    <a:pt x="5620" y="6998"/>
                  </a:cubicBezTo>
                  <a:lnTo>
                    <a:pt x="5620" y="6998"/>
                  </a:lnTo>
                  <a:cubicBezTo>
                    <a:pt x="5918" y="7129"/>
                    <a:pt x="5870" y="7272"/>
                    <a:pt x="6025" y="7272"/>
                  </a:cubicBezTo>
                  <a:cubicBezTo>
                    <a:pt x="6156" y="7272"/>
                    <a:pt x="6227" y="7117"/>
                    <a:pt x="6156" y="7010"/>
                  </a:cubicBezTo>
                  <a:cubicBezTo>
                    <a:pt x="6025" y="6820"/>
                    <a:pt x="5834" y="6712"/>
                    <a:pt x="5620" y="6653"/>
                  </a:cubicBezTo>
                  <a:lnTo>
                    <a:pt x="5584" y="6617"/>
                  </a:lnTo>
                  <a:cubicBezTo>
                    <a:pt x="5560" y="6605"/>
                    <a:pt x="5537" y="6599"/>
                    <a:pt x="5516" y="6599"/>
                  </a:cubicBezTo>
                  <a:cubicBezTo>
                    <a:pt x="5495" y="6599"/>
                    <a:pt x="5477" y="6605"/>
                    <a:pt x="5465" y="6617"/>
                  </a:cubicBezTo>
                  <a:cubicBezTo>
                    <a:pt x="5422" y="6610"/>
                    <a:pt x="5377" y="6607"/>
                    <a:pt x="5333" y="6607"/>
                  </a:cubicBezTo>
                  <a:cubicBezTo>
                    <a:pt x="5145" y="6607"/>
                    <a:pt x="4950" y="6666"/>
                    <a:pt x="4787" y="6772"/>
                  </a:cubicBezTo>
                  <a:cubicBezTo>
                    <a:pt x="4715" y="6831"/>
                    <a:pt x="4703" y="6927"/>
                    <a:pt x="4751" y="6998"/>
                  </a:cubicBezTo>
                  <a:cubicBezTo>
                    <a:pt x="4789" y="7044"/>
                    <a:pt x="4838" y="7071"/>
                    <a:pt x="4886" y="7071"/>
                  </a:cubicBezTo>
                  <a:cubicBezTo>
                    <a:pt x="4913" y="7071"/>
                    <a:pt x="4940" y="7063"/>
                    <a:pt x="4965" y="7046"/>
                  </a:cubicBezTo>
                  <a:cubicBezTo>
                    <a:pt x="5072" y="6974"/>
                    <a:pt x="5191" y="6939"/>
                    <a:pt x="5310" y="6939"/>
                  </a:cubicBezTo>
                  <a:cubicBezTo>
                    <a:pt x="5298" y="7058"/>
                    <a:pt x="5287" y="7224"/>
                    <a:pt x="5298" y="7403"/>
                  </a:cubicBezTo>
                  <a:cubicBezTo>
                    <a:pt x="5049" y="7450"/>
                    <a:pt x="4820" y="7475"/>
                    <a:pt x="4609" y="7475"/>
                  </a:cubicBezTo>
                  <a:cubicBezTo>
                    <a:pt x="3761" y="7475"/>
                    <a:pt x="3208" y="7082"/>
                    <a:pt x="2846" y="6224"/>
                  </a:cubicBezTo>
                  <a:cubicBezTo>
                    <a:pt x="2798" y="6058"/>
                    <a:pt x="2762" y="5796"/>
                    <a:pt x="2798" y="5688"/>
                  </a:cubicBezTo>
                  <a:cubicBezTo>
                    <a:pt x="2822" y="5605"/>
                    <a:pt x="2786" y="5510"/>
                    <a:pt x="2691" y="5486"/>
                  </a:cubicBezTo>
                  <a:cubicBezTo>
                    <a:pt x="2672" y="5478"/>
                    <a:pt x="2652" y="5474"/>
                    <a:pt x="2633" y="5474"/>
                  </a:cubicBezTo>
                  <a:cubicBezTo>
                    <a:pt x="2568" y="5474"/>
                    <a:pt x="2507" y="5517"/>
                    <a:pt x="2489" y="5581"/>
                  </a:cubicBezTo>
                  <a:cubicBezTo>
                    <a:pt x="2429" y="5748"/>
                    <a:pt x="2453" y="5974"/>
                    <a:pt x="2489" y="6141"/>
                  </a:cubicBezTo>
                  <a:cubicBezTo>
                    <a:pt x="2469" y="6142"/>
                    <a:pt x="2450" y="6143"/>
                    <a:pt x="2431" y="6143"/>
                  </a:cubicBezTo>
                  <a:cubicBezTo>
                    <a:pt x="2141" y="6143"/>
                    <a:pt x="1950" y="5980"/>
                    <a:pt x="1905" y="5879"/>
                  </a:cubicBezTo>
                  <a:cubicBezTo>
                    <a:pt x="1893" y="5843"/>
                    <a:pt x="1858" y="5808"/>
                    <a:pt x="1810" y="5796"/>
                  </a:cubicBezTo>
                  <a:cubicBezTo>
                    <a:pt x="1789" y="5787"/>
                    <a:pt x="1771" y="5783"/>
                    <a:pt x="1753" y="5783"/>
                  </a:cubicBezTo>
                  <a:cubicBezTo>
                    <a:pt x="1701" y="5783"/>
                    <a:pt x="1658" y="5816"/>
                    <a:pt x="1596" y="5843"/>
                  </a:cubicBezTo>
                  <a:cubicBezTo>
                    <a:pt x="1552" y="5855"/>
                    <a:pt x="1509" y="5861"/>
                    <a:pt x="1466" y="5861"/>
                  </a:cubicBezTo>
                  <a:cubicBezTo>
                    <a:pt x="1050" y="5861"/>
                    <a:pt x="679" y="5315"/>
                    <a:pt x="798" y="4807"/>
                  </a:cubicBezTo>
                  <a:cubicBezTo>
                    <a:pt x="846" y="4653"/>
                    <a:pt x="643" y="4653"/>
                    <a:pt x="536" y="4260"/>
                  </a:cubicBezTo>
                  <a:cubicBezTo>
                    <a:pt x="417" y="3855"/>
                    <a:pt x="584" y="3462"/>
                    <a:pt x="893" y="3367"/>
                  </a:cubicBezTo>
                  <a:cubicBezTo>
                    <a:pt x="977" y="3343"/>
                    <a:pt x="1036" y="3248"/>
                    <a:pt x="1000" y="3164"/>
                  </a:cubicBezTo>
                  <a:cubicBezTo>
                    <a:pt x="798" y="2664"/>
                    <a:pt x="1131" y="2045"/>
                    <a:pt x="1596" y="2009"/>
                  </a:cubicBezTo>
                  <a:cubicBezTo>
                    <a:pt x="1667" y="2009"/>
                    <a:pt x="1739" y="1950"/>
                    <a:pt x="1739" y="1867"/>
                  </a:cubicBezTo>
                  <a:cubicBezTo>
                    <a:pt x="1781" y="1436"/>
                    <a:pt x="2175" y="1060"/>
                    <a:pt x="2570" y="1060"/>
                  </a:cubicBezTo>
                  <a:cubicBezTo>
                    <a:pt x="2623" y="1060"/>
                    <a:pt x="2675" y="1067"/>
                    <a:pt x="2727" y="1081"/>
                  </a:cubicBezTo>
                  <a:cubicBezTo>
                    <a:pt x="2736" y="1082"/>
                    <a:pt x="2745" y="1083"/>
                    <a:pt x="2754" y="1083"/>
                  </a:cubicBezTo>
                  <a:cubicBezTo>
                    <a:pt x="2816" y="1083"/>
                    <a:pt x="2874" y="1049"/>
                    <a:pt x="2905" y="997"/>
                  </a:cubicBezTo>
                  <a:cubicBezTo>
                    <a:pt x="3065" y="744"/>
                    <a:pt x="3387" y="579"/>
                    <a:pt x="3692" y="579"/>
                  </a:cubicBezTo>
                  <a:cubicBezTo>
                    <a:pt x="3773" y="579"/>
                    <a:pt x="3854" y="591"/>
                    <a:pt x="3929" y="616"/>
                  </a:cubicBezTo>
                  <a:cubicBezTo>
                    <a:pt x="3870" y="700"/>
                    <a:pt x="3810" y="819"/>
                    <a:pt x="3810" y="962"/>
                  </a:cubicBezTo>
                  <a:cubicBezTo>
                    <a:pt x="3774" y="962"/>
                    <a:pt x="3739" y="974"/>
                    <a:pt x="3703" y="974"/>
                  </a:cubicBezTo>
                  <a:cubicBezTo>
                    <a:pt x="3465" y="1045"/>
                    <a:pt x="3298" y="1212"/>
                    <a:pt x="3298" y="1212"/>
                  </a:cubicBezTo>
                  <a:cubicBezTo>
                    <a:pt x="3239" y="1271"/>
                    <a:pt x="3239" y="1378"/>
                    <a:pt x="3298" y="1438"/>
                  </a:cubicBezTo>
                  <a:cubicBezTo>
                    <a:pt x="3328" y="1468"/>
                    <a:pt x="3370" y="1483"/>
                    <a:pt x="3411" y="1483"/>
                  </a:cubicBezTo>
                  <a:cubicBezTo>
                    <a:pt x="3453" y="1483"/>
                    <a:pt x="3495" y="1468"/>
                    <a:pt x="3524" y="1438"/>
                  </a:cubicBezTo>
                  <a:cubicBezTo>
                    <a:pt x="3532" y="1422"/>
                    <a:pt x="3715" y="1247"/>
                    <a:pt x="3964" y="1247"/>
                  </a:cubicBezTo>
                  <a:cubicBezTo>
                    <a:pt x="4094" y="1247"/>
                    <a:pt x="4243" y="1295"/>
                    <a:pt x="4394" y="1438"/>
                  </a:cubicBezTo>
                  <a:cubicBezTo>
                    <a:pt x="4417" y="1462"/>
                    <a:pt x="4465" y="1474"/>
                    <a:pt x="4513" y="1474"/>
                  </a:cubicBezTo>
                  <a:cubicBezTo>
                    <a:pt x="4656" y="1474"/>
                    <a:pt x="4715" y="1295"/>
                    <a:pt x="4632" y="1200"/>
                  </a:cubicBezTo>
                  <a:cubicBezTo>
                    <a:pt x="4465" y="1033"/>
                    <a:pt x="4286" y="962"/>
                    <a:pt x="4132" y="926"/>
                  </a:cubicBezTo>
                  <a:cubicBezTo>
                    <a:pt x="4155" y="819"/>
                    <a:pt x="4251" y="688"/>
                    <a:pt x="4298" y="664"/>
                  </a:cubicBezTo>
                  <a:lnTo>
                    <a:pt x="4298" y="640"/>
                  </a:lnTo>
                  <a:cubicBezTo>
                    <a:pt x="4502" y="424"/>
                    <a:pt x="4770" y="329"/>
                    <a:pt x="5016" y="329"/>
                  </a:cubicBezTo>
                  <a:cubicBezTo>
                    <a:pt x="5257" y="329"/>
                    <a:pt x="5478" y="421"/>
                    <a:pt x="5596" y="581"/>
                  </a:cubicBezTo>
                  <a:cubicBezTo>
                    <a:pt x="5620" y="628"/>
                    <a:pt x="5668" y="640"/>
                    <a:pt x="5715" y="664"/>
                  </a:cubicBezTo>
                  <a:cubicBezTo>
                    <a:pt x="5763" y="664"/>
                    <a:pt x="5799" y="640"/>
                    <a:pt x="5834" y="616"/>
                  </a:cubicBezTo>
                  <a:cubicBezTo>
                    <a:pt x="5984" y="476"/>
                    <a:pt x="6190" y="411"/>
                    <a:pt x="6397" y="411"/>
                  </a:cubicBezTo>
                  <a:cubicBezTo>
                    <a:pt x="6700" y="411"/>
                    <a:pt x="7005" y="552"/>
                    <a:pt x="7132" y="807"/>
                  </a:cubicBezTo>
                  <a:cubicBezTo>
                    <a:pt x="7153" y="869"/>
                    <a:pt x="7210" y="904"/>
                    <a:pt x="7287" y="904"/>
                  </a:cubicBezTo>
                  <a:cubicBezTo>
                    <a:pt x="7299" y="904"/>
                    <a:pt x="7310" y="904"/>
                    <a:pt x="7323" y="902"/>
                  </a:cubicBezTo>
                  <a:cubicBezTo>
                    <a:pt x="7391" y="883"/>
                    <a:pt x="7462" y="874"/>
                    <a:pt x="7533" y="874"/>
                  </a:cubicBezTo>
                  <a:cubicBezTo>
                    <a:pt x="7908" y="874"/>
                    <a:pt x="8292" y="1123"/>
                    <a:pt x="8382" y="1474"/>
                  </a:cubicBezTo>
                  <a:cubicBezTo>
                    <a:pt x="8392" y="1544"/>
                    <a:pt x="8445" y="1598"/>
                    <a:pt x="8519" y="1598"/>
                  </a:cubicBezTo>
                  <a:cubicBezTo>
                    <a:pt x="8533" y="1598"/>
                    <a:pt x="8546" y="1596"/>
                    <a:pt x="8561" y="1593"/>
                  </a:cubicBezTo>
                  <a:cubicBezTo>
                    <a:pt x="8578" y="1591"/>
                    <a:pt x="8595" y="1590"/>
                    <a:pt x="8612" y="1590"/>
                  </a:cubicBezTo>
                  <a:cubicBezTo>
                    <a:pt x="8726" y="1590"/>
                    <a:pt x="8843" y="1624"/>
                    <a:pt x="8978" y="1676"/>
                  </a:cubicBezTo>
                  <a:cubicBezTo>
                    <a:pt x="8994" y="1682"/>
                    <a:pt x="9013" y="1685"/>
                    <a:pt x="9033" y="1685"/>
                  </a:cubicBezTo>
                  <a:cubicBezTo>
                    <a:pt x="9095" y="1685"/>
                    <a:pt x="9162" y="1654"/>
                    <a:pt x="9180" y="1581"/>
                  </a:cubicBezTo>
                  <a:cubicBezTo>
                    <a:pt x="9216" y="1497"/>
                    <a:pt x="9180" y="1402"/>
                    <a:pt x="9097" y="1378"/>
                  </a:cubicBezTo>
                  <a:cubicBezTo>
                    <a:pt x="8942" y="1319"/>
                    <a:pt x="8799" y="1271"/>
                    <a:pt x="8644" y="1271"/>
                  </a:cubicBezTo>
                  <a:cubicBezTo>
                    <a:pt x="8472" y="841"/>
                    <a:pt x="7989" y="547"/>
                    <a:pt x="7502" y="547"/>
                  </a:cubicBezTo>
                  <a:cubicBezTo>
                    <a:pt x="7450" y="547"/>
                    <a:pt x="7398" y="550"/>
                    <a:pt x="7346" y="557"/>
                  </a:cubicBezTo>
                  <a:cubicBezTo>
                    <a:pt x="7145" y="251"/>
                    <a:pt x="6767" y="81"/>
                    <a:pt x="6386" y="81"/>
                  </a:cubicBezTo>
                  <a:cubicBezTo>
                    <a:pt x="6159" y="81"/>
                    <a:pt x="5931" y="142"/>
                    <a:pt x="5739" y="271"/>
                  </a:cubicBezTo>
                  <a:cubicBezTo>
                    <a:pt x="5542" y="91"/>
                    <a:pt x="5272" y="1"/>
                    <a:pt x="499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</p:grpSp>
      <p:grpSp>
        <p:nvGrpSpPr>
          <p:cNvPr id="101" name="Google Shape;9420;p60"/>
          <p:cNvGrpSpPr/>
          <p:nvPr/>
        </p:nvGrpSpPr>
        <p:grpSpPr>
          <a:xfrm>
            <a:off x="5771544" y="3075730"/>
            <a:ext cx="371395" cy="278904"/>
            <a:chOff x="6644957" y="2456353"/>
            <a:chExt cx="371395" cy="278904"/>
          </a:xfrm>
        </p:grpSpPr>
        <p:sp>
          <p:nvSpPr>
            <p:cNvPr id="102" name="Google Shape;9421;p60"/>
            <p:cNvSpPr/>
            <p:nvPr/>
          </p:nvSpPr>
          <p:spPr>
            <a:xfrm>
              <a:off x="6644957" y="2456353"/>
              <a:ext cx="371395" cy="203123"/>
            </a:xfrm>
            <a:custGeom>
              <a:avLst/>
              <a:gdLst/>
              <a:ahLst/>
              <a:cxnLst/>
              <a:rect l="l" t="t" r="r" b="b"/>
              <a:pathLst>
                <a:path w="11669" h="6382" extrusionOk="0">
                  <a:moveTo>
                    <a:pt x="4763" y="0"/>
                  </a:moveTo>
                  <a:cubicBezTo>
                    <a:pt x="4167" y="0"/>
                    <a:pt x="3596" y="191"/>
                    <a:pt x="3120" y="548"/>
                  </a:cubicBezTo>
                  <a:cubicBezTo>
                    <a:pt x="2679" y="881"/>
                    <a:pt x="2358" y="1322"/>
                    <a:pt x="2179" y="1834"/>
                  </a:cubicBezTo>
                  <a:cubicBezTo>
                    <a:pt x="977" y="1893"/>
                    <a:pt x="0" y="2881"/>
                    <a:pt x="0" y="4108"/>
                  </a:cubicBezTo>
                  <a:cubicBezTo>
                    <a:pt x="0" y="5358"/>
                    <a:pt x="1036" y="6382"/>
                    <a:pt x="2286" y="6382"/>
                  </a:cubicBezTo>
                  <a:lnTo>
                    <a:pt x="3096" y="6382"/>
                  </a:lnTo>
                  <a:cubicBezTo>
                    <a:pt x="3191" y="6382"/>
                    <a:pt x="3274" y="6310"/>
                    <a:pt x="3274" y="6203"/>
                  </a:cubicBezTo>
                  <a:cubicBezTo>
                    <a:pt x="3274" y="6120"/>
                    <a:pt x="3203" y="6025"/>
                    <a:pt x="3096" y="6025"/>
                  </a:cubicBezTo>
                  <a:lnTo>
                    <a:pt x="2286" y="6025"/>
                  </a:lnTo>
                  <a:cubicBezTo>
                    <a:pt x="1215" y="6025"/>
                    <a:pt x="346" y="5167"/>
                    <a:pt x="346" y="4096"/>
                  </a:cubicBezTo>
                  <a:cubicBezTo>
                    <a:pt x="346" y="3024"/>
                    <a:pt x="1215" y="2155"/>
                    <a:pt x="2286" y="2155"/>
                  </a:cubicBezTo>
                  <a:lnTo>
                    <a:pt x="2298" y="2155"/>
                  </a:lnTo>
                  <a:cubicBezTo>
                    <a:pt x="2370" y="2155"/>
                    <a:pt x="2441" y="2107"/>
                    <a:pt x="2465" y="2036"/>
                  </a:cubicBezTo>
                  <a:cubicBezTo>
                    <a:pt x="2608" y="1548"/>
                    <a:pt x="2905" y="1119"/>
                    <a:pt x="3310" y="822"/>
                  </a:cubicBezTo>
                  <a:cubicBezTo>
                    <a:pt x="3727" y="500"/>
                    <a:pt x="4227" y="321"/>
                    <a:pt x="4751" y="321"/>
                  </a:cubicBezTo>
                  <a:cubicBezTo>
                    <a:pt x="5584" y="321"/>
                    <a:pt x="6346" y="738"/>
                    <a:pt x="6775" y="1453"/>
                  </a:cubicBezTo>
                  <a:cubicBezTo>
                    <a:pt x="6811" y="1516"/>
                    <a:pt x="6861" y="1545"/>
                    <a:pt x="6914" y="1545"/>
                  </a:cubicBezTo>
                  <a:cubicBezTo>
                    <a:pt x="6931" y="1545"/>
                    <a:pt x="6948" y="1542"/>
                    <a:pt x="6965" y="1536"/>
                  </a:cubicBezTo>
                  <a:cubicBezTo>
                    <a:pt x="7168" y="1476"/>
                    <a:pt x="7370" y="1429"/>
                    <a:pt x="7585" y="1429"/>
                  </a:cubicBezTo>
                  <a:cubicBezTo>
                    <a:pt x="8430" y="1429"/>
                    <a:pt x="9168" y="1976"/>
                    <a:pt x="9430" y="2786"/>
                  </a:cubicBezTo>
                  <a:cubicBezTo>
                    <a:pt x="9452" y="2851"/>
                    <a:pt x="9513" y="2907"/>
                    <a:pt x="9587" y="2907"/>
                  </a:cubicBezTo>
                  <a:cubicBezTo>
                    <a:pt x="9594" y="2907"/>
                    <a:pt x="9601" y="2906"/>
                    <a:pt x="9609" y="2905"/>
                  </a:cubicBezTo>
                  <a:cubicBezTo>
                    <a:pt x="9668" y="2905"/>
                    <a:pt x="9728" y="2881"/>
                    <a:pt x="9763" y="2881"/>
                  </a:cubicBezTo>
                  <a:cubicBezTo>
                    <a:pt x="10633" y="2881"/>
                    <a:pt x="11335" y="3584"/>
                    <a:pt x="11335" y="4453"/>
                  </a:cubicBezTo>
                  <a:cubicBezTo>
                    <a:pt x="11335" y="5310"/>
                    <a:pt x="10633" y="6013"/>
                    <a:pt x="9763" y="6013"/>
                  </a:cubicBezTo>
                  <a:lnTo>
                    <a:pt x="8573" y="6013"/>
                  </a:lnTo>
                  <a:cubicBezTo>
                    <a:pt x="8489" y="6013"/>
                    <a:pt x="8394" y="6084"/>
                    <a:pt x="8394" y="6191"/>
                  </a:cubicBezTo>
                  <a:cubicBezTo>
                    <a:pt x="8394" y="6298"/>
                    <a:pt x="8478" y="6370"/>
                    <a:pt x="8573" y="6370"/>
                  </a:cubicBezTo>
                  <a:lnTo>
                    <a:pt x="9763" y="6370"/>
                  </a:lnTo>
                  <a:cubicBezTo>
                    <a:pt x="10823" y="6370"/>
                    <a:pt x="11668" y="5501"/>
                    <a:pt x="11668" y="4465"/>
                  </a:cubicBezTo>
                  <a:cubicBezTo>
                    <a:pt x="11668" y="3417"/>
                    <a:pt x="10859" y="2560"/>
                    <a:pt x="9811" y="2560"/>
                  </a:cubicBezTo>
                  <a:lnTo>
                    <a:pt x="9740" y="2560"/>
                  </a:lnTo>
                  <a:cubicBezTo>
                    <a:pt x="9585" y="2155"/>
                    <a:pt x="9323" y="1798"/>
                    <a:pt x="8966" y="1548"/>
                  </a:cubicBezTo>
                  <a:cubicBezTo>
                    <a:pt x="8561" y="1250"/>
                    <a:pt x="8097" y="1095"/>
                    <a:pt x="7608" y="1095"/>
                  </a:cubicBezTo>
                  <a:cubicBezTo>
                    <a:pt x="7418" y="1095"/>
                    <a:pt x="7204" y="1131"/>
                    <a:pt x="7013" y="1179"/>
                  </a:cubicBezTo>
                  <a:cubicBezTo>
                    <a:pt x="6513" y="429"/>
                    <a:pt x="5680" y="0"/>
                    <a:pt x="476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03" name="Google Shape;9422;p60"/>
            <p:cNvSpPr/>
            <p:nvPr/>
          </p:nvSpPr>
          <p:spPr>
            <a:xfrm>
              <a:off x="6761668" y="2549194"/>
              <a:ext cx="139850" cy="186064"/>
            </a:xfrm>
            <a:custGeom>
              <a:avLst/>
              <a:gdLst/>
              <a:ahLst/>
              <a:cxnLst/>
              <a:rect l="l" t="t" r="r" b="b"/>
              <a:pathLst>
                <a:path w="4394" h="5846" extrusionOk="0">
                  <a:moveTo>
                    <a:pt x="2584" y="357"/>
                  </a:moveTo>
                  <a:lnTo>
                    <a:pt x="2584" y="1476"/>
                  </a:lnTo>
                  <a:cubicBezTo>
                    <a:pt x="2584" y="1667"/>
                    <a:pt x="2751" y="1834"/>
                    <a:pt x="2941" y="1834"/>
                  </a:cubicBezTo>
                  <a:lnTo>
                    <a:pt x="3501" y="1834"/>
                  </a:lnTo>
                  <a:cubicBezTo>
                    <a:pt x="3584" y="1834"/>
                    <a:pt x="3679" y="1750"/>
                    <a:pt x="3679" y="1655"/>
                  </a:cubicBezTo>
                  <a:cubicBezTo>
                    <a:pt x="3679" y="1548"/>
                    <a:pt x="3596" y="1476"/>
                    <a:pt x="3501" y="1476"/>
                  </a:cubicBezTo>
                  <a:lnTo>
                    <a:pt x="2941" y="1476"/>
                  </a:lnTo>
                  <a:cubicBezTo>
                    <a:pt x="2941" y="1476"/>
                    <a:pt x="2929" y="1476"/>
                    <a:pt x="2929" y="1453"/>
                  </a:cubicBezTo>
                  <a:lnTo>
                    <a:pt x="2929" y="393"/>
                  </a:lnTo>
                  <a:lnTo>
                    <a:pt x="4001" y="1465"/>
                  </a:lnTo>
                  <a:cubicBezTo>
                    <a:pt x="4037" y="1500"/>
                    <a:pt x="4060" y="1560"/>
                    <a:pt x="4060" y="1607"/>
                  </a:cubicBezTo>
                  <a:lnTo>
                    <a:pt x="4060" y="5501"/>
                  </a:lnTo>
                  <a:lnTo>
                    <a:pt x="4049" y="5501"/>
                  </a:lnTo>
                  <a:lnTo>
                    <a:pt x="369" y="5525"/>
                  </a:lnTo>
                  <a:cubicBezTo>
                    <a:pt x="369" y="5525"/>
                    <a:pt x="358" y="5525"/>
                    <a:pt x="358" y="5501"/>
                  </a:cubicBezTo>
                  <a:lnTo>
                    <a:pt x="358" y="369"/>
                  </a:lnTo>
                  <a:cubicBezTo>
                    <a:pt x="358" y="369"/>
                    <a:pt x="358" y="357"/>
                    <a:pt x="369" y="357"/>
                  </a:cubicBezTo>
                  <a:close/>
                  <a:moveTo>
                    <a:pt x="358" y="0"/>
                  </a:moveTo>
                  <a:cubicBezTo>
                    <a:pt x="167" y="0"/>
                    <a:pt x="0" y="167"/>
                    <a:pt x="0" y="357"/>
                  </a:cubicBezTo>
                  <a:lnTo>
                    <a:pt x="0" y="5489"/>
                  </a:lnTo>
                  <a:cubicBezTo>
                    <a:pt x="0" y="5679"/>
                    <a:pt x="155" y="5846"/>
                    <a:pt x="358" y="5846"/>
                  </a:cubicBezTo>
                  <a:lnTo>
                    <a:pt x="4013" y="5846"/>
                  </a:lnTo>
                  <a:cubicBezTo>
                    <a:pt x="4203" y="5846"/>
                    <a:pt x="4370" y="5679"/>
                    <a:pt x="4370" y="5489"/>
                  </a:cubicBezTo>
                  <a:lnTo>
                    <a:pt x="4370" y="1607"/>
                  </a:lnTo>
                  <a:cubicBezTo>
                    <a:pt x="4394" y="1476"/>
                    <a:pt x="4334" y="1334"/>
                    <a:pt x="4227" y="1238"/>
                  </a:cubicBezTo>
                  <a:lnTo>
                    <a:pt x="3156" y="167"/>
                  </a:lnTo>
                  <a:cubicBezTo>
                    <a:pt x="3048" y="60"/>
                    <a:pt x="2917" y="0"/>
                    <a:pt x="276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04" name="Google Shape;9423;p60"/>
            <p:cNvSpPr/>
            <p:nvPr/>
          </p:nvSpPr>
          <p:spPr>
            <a:xfrm>
              <a:off x="6802216" y="2625357"/>
              <a:ext cx="58754" cy="75431"/>
            </a:xfrm>
            <a:custGeom>
              <a:avLst/>
              <a:gdLst/>
              <a:ahLst/>
              <a:cxnLst/>
              <a:rect l="l" t="t" r="r" b="b"/>
              <a:pathLst>
                <a:path w="1846" h="2370" extrusionOk="0">
                  <a:moveTo>
                    <a:pt x="929" y="0"/>
                  </a:moveTo>
                  <a:cubicBezTo>
                    <a:pt x="881" y="0"/>
                    <a:pt x="822" y="36"/>
                    <a:pt x="786" y="60"/>
                  </a:cubicBezTo>
                  <a:lnTo>
                    <a:pt x="60" y="988"/>
                  </a:lnTo>
                  <a:cubicBezTo>
                    <a:pt x="0" y="1060"/>
                    <a:pt x="12" y="1167"/>
                    <a:pt x="96" y="1227"/>
                  </a:cubicBezTo>
                  <a:cubicBezTo>
                    <a:pt x="123" y="1250"/>
                    <a:pt x="157" y="1260"/>
                    <a:pt x="190" y="1260"/>
                  </a:cubicBezTo>
                  <a:cubicBezTo>
                    <a:pt x="243" y="1260"/>
                    <a:pt x="297" y="1234"/>
                    <a:pt x="334" y="1191"/>
                  </a:cubicBezTo>
                  <a:lnTo>
                    <a:pt x="762" y="655"/>
                  </a:lnTo>
                  <a:lnTo>
                    <a:pt x="762" y="2191"/>
                  </a:lnTo>
                  <a:cubicBezTo>
                    <a:pt x="762" y="2274"/>
                    <a:pt x="834" y="2370"/>
                    <a:pt x="941" y="2370"/>
                  </a:cubicBezTo>
                  <a:cubicBezTo>
                    <a:pt x="1024" y="2370"/>
                    <a:pt x="1120" y="2298"/>
                    <a:pt x="1120" y="2191"/>
                  </a:cubicBezTo>
                  <a:lnTo>
                    <a:pt x="1120" y="655"/>
                  </a:lnTo>
                  <a:lnTo>
                    <a:pt x="1548" y="1191"/>
                  </a:lnTo>
                  <a:cubicBezTo>
                    <a:pt x="1584" y="1238"/>
                    <a:pt x="1643" y="1250"/>
                    <a:pt x="1691" y="1250"/>
                  </a:cubicBezTo>
                  <a:cubicBezTo>
                    <a:pt x="1727" y="1250"/>
                    <a:pt x="1762" y="1238"/>
                    <a:pt x="1786" y="1203"/>
                  </a:cubicBezTo>
                  <a:cubicBezTo>
                    <a:pt x="1834" y="1167"/>
                    <a:pt x="1846" y="1060"/>
                    <a:pt x="1786" y="988"/>
                  </a:cubicBezTo>
                  <a:lnTo>
                    <a:pt x="1060" y="60"/>
                  </a:lnTo>
                  <a:cubicBezTo>
                    <a:pt x="1036" y="12"/>
                    <a:pt x="989" y="0"/>
                    <a:pt x="92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05" name="Google Shape;9424;p60"/>
            <p:cNvSpPr/>
            <p:nvPr/>
          </p:nvSpPr>
          <p:spPr>
            <a:xfrm>
              <a:off x="6802216" y="2480828"/>
              <a:ext cx="47009" cy="33132"/>
            </a:xfrm>
            <a:custGeom>
              <a:avLst/>
              <a:gdLst/>
              <a:ahLst/>
              <a:cxnLst/>
              <a:rect l="l" t="t" r="r" b="b"/>
              <a:pathLst>
                <a:path w="1477" h="1041" extrusionOk="0">
                  <a:moveTo>
                    <a:pt x="193" y="0"/>
                  </a:moveTo>
                  <a:cubicBezTo>
                    <a:pt x="119" y="0"/>
                    <a:pt x="45" y="64"/>
                    <a:pt x="24" y="136"/>
                  </a:cubicBezTo>
                  <a:cubicBezTo>
                    <a:pt x="0" y="231"/>
                    <a:pt x="60" y="314"/>
                    <a:pt x="155" y="338"/>
                  </a:cubicBezTo>
                  <a:cubicBezTo>
                    <a:pt x="560" y="422"/>
                    <a:pt x="917" y="636"/>
                    <a:pt x="1155" y="969"/>
                  </a:cubicBezTo>
                  <a:cubicBezTo>
                    <a:pt x="1179" y="1017"/>
                    <a:pt x="1239" y="1041"/>
                    <a:pt x="1286" y="1041"/>
                  </a:cubicBezTo>
                  <a:cubicBezTo>
                    <a:pt x="1310" y="1041"/>
                    <a:pt x="1358" y="1029"/>
                    <a:pt x="1393" y="1017"/>
                  </a:cubicBezTo>
                  <a:cubicBezTo>
                    <a:pt x="1465" y="946"/>
                    <a:pt x="1477" y="838"/>
                    <a:pt x="1429" y="767"/>
                  </a:cubicBezTo>
                  <a:cubicBezTo>
                    <a:pt x="1131" y="374"/>
                    <a:pt x="703" y="88"/>
                    <a:pt x="227" y="5"/>
                  </a:cubicBezTo>
                  <a:cubicBezTo>
                    <a:pt x="216" y="2"/>
                    <a:pt x="204" y="0"/>
                    <a:pt x="19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06" name="Google Shape;9425;p60"/>
            <p:cNvSpPr/>
            <p:nvPr/>
          </p:nvSpPr>
          <p:spPr>
            <a:xfrm>
              <a:off x="6895439" y="2517112"/>
              <a:ext cx="36793" cy="32114"/>
            </a:xfrm>
            <a:custGeom>
              <a:avLst/>
              <a:gdLst/>
              <a:ahLst/>
              <a:cxnLst/>
              <a:rect l="l" t="t" r="r" b="b"/>
              <a:pathLst>
                <a:path w="1156" h="1009" extrusionOk="0">
                  <a:moveTo>
                    <a:pt x="206" y="1"/>
                  </a:moveTo>
                  <a:cubicBezTo>
                    <a:pt x="131" y="1"/>
                    <a:pt x="65" y="39"/>
                    <a:pt x="36" y="115"/>
                  </a:cubicBezTo>
                  <a:cubicBezTo>
                    <a:pt x="0" y="198"/>
                    <a:pt x="48" y="306"/>
                    <a:pt x="143" y="341"/>
                  </a:cubicBezTo>
                  <a:cubicBezTo>
                    <a:pt x="429" y="437"/>
                    <a:pt x="667" y="639"/>
                    <a:pt x="810" y="913"/>
                  </a:cubicBezTo>
                  <a:cubicBezTo>
                    <a:pt x="846" y="972"/>
                    <a:pt x="893" y="1008"/>
                    <a:pt x="965" y="1008"/>
                  </a:cubicBezTo>
                  <a:cubicBezTo>
                    <a:pt x="989" y="1008"/>
                    <a:pt x="1024" y="1008"/>
                    <a:pt x="1036" y="996"/>
                  </a:cubicBezTo>
                  <a:cubicBezTo>
                    <a:pt x="1108" y="937"/>
                    <a:pt x="1155" y="829"/>
                    <a:pt x="1108" y="734"/>
                  </a:cubicBezTo>
                  <a:cubicBezTo>
                    <a:pt x="929" y="401"/>
                    <a:pt x="619" y="127"/>
                    <a:pt x="262" y="8"/>
                  </a:cubicBezTo>
                  <a:cubicBezTo>
                    <a:pt x="243" y="3"/>
                    <a:pt x="224" y="1"/>
                    <a:pt x="20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</p:grpSp>
      <p:grpSp>
        <p:nvGrpSpPr>
          <p:cNvPr id="107" name="Google Shape;9496;p60"/>
          <p:cNvGrpSpPr/>
          <p:nvPr/>
        </p:nvGrpSpPr>
        <p:grpSpPr>
          <a:xfrm>
            <a:off x="6197459" y="3030248"/>
            <a:ext cx="398321" cy="371013"/>
            <a:chOff x="7070872" y="2410871"/>
            <a:chExt cx="398321" cy="371013"/>
          </a:xfrm>
        </p:grpSpPr>
        <p:sp>
          <p:nvSpPr>
            <p:cNvPr id="108" name="Google Shape;9497;p60"/>
            <p:cNvSpPr/>
            <p:nvPr/>
          </p:nvSpPr>
          <p:spPr>
            <a:xfrm>
              <a:off x="7204643" y="2603364"/>
              <a:ext cx="123586" cy="107641"/>
            </a:xfrm>
            <a:custGeom>
              <a:avLst/>
              <a:gdLst/>
              <a:ahLst/>
              <a:cxnLst/>
              <a:rect l="l" t="t" r="r" b="b"/>
              <a:pathLst>
                <a:path w="3883" h="3382" extrusionOk="0">
                  <a:moveTo>
                    <a:pt x="1942" y="1"/>
                  </a:moveTo>
                  <a:cubicBezTo>
                    <a:pt x="1846" y="1"/>
                    <a:pt x="1751" y="96"/>
                    <a:pt x="1751" y="203"/>
                  </a:cubicBezTo>
                  <a:lnTo>
                    <a:pt x="1751" y="2072"/>
                  </a:lnTo>
                  <a:lnTo>
                    <a:pt x="132" y="3013"/>
                  </a:lnTo>
                  <a:cubicBezTo>
                    <a:pt x="37" y="3072"/>
                    <a:pt x="1" y="3192"/>
                    <a:pt x="60" y="3287"/>
                  </a:cubicBezTo>
                  <a:cubicBezTo>
                    <a:pt x="84" y="3346"/>
                    <a:pt x="156" y="3382"/>
                    <a:pt x="215" y="3382"/>
                  </a:cubicBezTo>
                  <a:cubicBezTo>
                    <a:pt x="251" y="3382"/>
                    <a:pt x="298" y="3370"/>
                    <a:pt x="322" y="3358"/>
                  </a:cubicBezTo>
                  <a:lnTo>
                    <a:pt x="1942" y="2418"/>
                  </a:lnTo>
                  <a:lnTo>
                    <a:pt x="3573" y="3358"/>
                  </a:lnTo>
                  <a:cubicBezTo>
                    <a:pt x="3596" y="3370"/>
                    <a:pt x="3632" y="3382"/>
                    <a:pt x="3668" y="3382"/>
                  </a:cubicBezTo>
                  <a:cubicBezTo>
                    <a:pt x="3751" y="3382"/>
                    <a:pt x="3811" y="3358"/>
                    <a:pt x="3835" y="3287"/>
                  </a:cubicBezTo>
                  <a:cubicBezTo>
                    <a:pt x="3882" y="3192"/>
                    <a:pt x="3847" y="3072"/>
                    <a:pt x="3763" y="3013"/>
                  </a:cubicBezTo>
                  <a:lnTo>
                    <a:pt x="2144" y="2072"/>
                  </a:lnTo>
                  <a:lnTo>
                    <a:pt x="2144" y="203"/>
                  </a:lnTo>
                  <a:cubicBezTo>
                    <a:pt x="2144" y="96"/>
                    <a:pt x="2049" y="1"/>
                    <a:pt x="194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09" name="Google Shape;9498;p60"/>
            <p:cNvSpPr/>
            <p:nvPr/>
          </p:nvSpPr>
          <p:spPr>
            <a:xfrm>
              <a:off x="7203147" y="2410871"/>
              <a:ext cx="133421" cy="178902"/>
            </a:xfrm>
            <a:custGeom>
              <a:avLst/>
              <a:gdLst/>
              <a:ahLst/>
              <a:cxnLst/>
              <a:rect l="l" t="t" r="r" b="b"/>
              <a:pathLst>
                <a:path w="4192" h="5621" extrusionOk="0">
                  <a:moveTo>
                    <a:pt x="2131" y="405"/>
                  </a:moveTo>
                  <a:cubicBezTo>
                    <a:pt x="2631" y="405"/>
                    <a:pt x="3048" y="822"/>
                    <a:pt x="3048" y="1322"/>
                  </a:cubicBezTo>
                  <a:lnTo>
                    <a:pt x="3048" y="1441"/>
                  </a:lnTo>
                  <a:lnTo>
                    <a:pt x="3036" y="1441"/>
                  </a:lnTo>
                  <a:cubicBezTo>
                    <a:pt x="2762" y="1381"/>
                    <a:pt x="2679" y="1012"/>
                    <a:pt x="2679" y="1012"/>
                  </a:cubicBezTo>
                  <a:cubicBezTo>
                    <a:pt x="2667" y="941"/>
                    <a:pt x="2608" y="881"/>
                    <a:pt x="2524" y="858"/>
                  </a:cubicBezTo>
                  <a:cubicBezTo>
                    <a:pt x="2515" y="856"/>
                    <a:pt x="2506" y="855"/>
                    <a:pt x="2497" y="855"/>
                  </a:cubicBezTo>
                  <a:cubicBezTo>
                    <a:pt x="2435" y="855"/>
                    <a:pt x="2375" y="889"/>
                    <a:pt x="2334" y="941"/>
                  </a:cubicBezTo>
                  <a:cubicBezTo>
                    <a:pt x="1977" y="1417"/>
                    <a:pt x="1191" y="1429"/>
                    <a:pt x="1179" y="1429"/>
                  </a:cubicBezTo>
                  <a:cubicBezTo>
                    <a:pt x="1143" y="1429"/>
                    <a:pt x="1131" y="1429"/>
                    <a:pt x="1119" y="1441"/>
                  </a:cubicBezTo>
                  <a:lnTo>
                    <a:pt x="1119" y="1322"/>
                  </a:lnTo>
                  <a:cubicBezTo>
                    <a:pt x="1119" y="822"/>
                    <a:pt x="1536" y="405"/>
                    <a:pt x="2036" y="405"/>
                  </a:cubicBezTo>
                  <a:close/>
                  <a:moveTo>
                    <a:pt x="976" y="1965"/>
                  </a:moveTo>
                  <a:lnTo>
                    <a:pt x="976" y="2215"/>
                  </a:lnTo>
                  <a:cubicBezTo>
                    <a:pt x="941" y="2191"/>
                    <a:pt x="905" y="2143"/>
                    <a:pt x="905" y="2084"/>
                  </a:cubicBezTo>
                  <a:cubicBezTo>
                    <a:pt x="905" y="2036"/>
                    <a:pt x="917" y="2012"/>
                    <a:pt x="953" y="1977"/>
                  </a:cubicBezTo>
                  <a:cubicBezTo>
                    <a:pt x="965" y="1977"/>
                    <a:pt x="965" y="1977"/>
                    <a:pt x="976" y="1965"/>
                  </a:cubicBezTo>
                  <a:close/>
                  <a:moveTo>
                    <a:pt x="3215" y="1977"/>
                  </a:moveTo>
                  <a:cubicBezTo>
                    <a:pt x="3239" y="2012"/>
                    <a:pt x="3251" y="2048"/>
                    <a:pt x="3251" y="2084"/>
                  </a:cubicBezTo>
                  <a:cubicBezTo>
                    <a:pt x="3251" y="2143"/>
                    <a:pt x="3227" y="2179"/>
                    <a:pt x="3191" y="2215"/>
                  </a:cubicBezTo>
                  <a:lnTo>
                    <a:pt x="3191" y="1977"/>
                  </a:lnTo>
                  <a:close/>
                  <a:moveTo>
                    <a:pt x="2441" y="1393"/>
                  </a:moveTo>
                  <a:cubicBezTo>
                    <a:pt x="2512" y="1536"/>
                    <a:pt x="2631" y="1679"/>
                    <a:pt x="2810" y="1750"/>
                  </a:cubicBezTo>
                  <a:lnTo>
                    <a:pt x="2810" y="2322"/>
                  </a:lnTo>
                  <a:cubicBezTo>
                    <a:pt x="2810" y="2679"/>
                    <a:pt x="2524" y="2941"/>
                    <a:pt x="2191" y="2941"/>
                  </a:cubicBezTo>
                  <a:lnTo>
                    <a:pt x="2012" y="2941"/>
                  </a:lnTo>
                  <a:cubicBezTo>
                    <a:pt x="1667" y="2941"/>
                    <a:pt x="1381" y="2667"/>
                    <a:pt x="1381" y="2322"/>
                  </a:cubicBezTo>
                  <a:lnTo>
                    <a:pt x="1381" y="1798"/>
                  </a:lnTo>
                  <a:cubicBezTo>
                    <a:pt x="1631" y="1774"/>
                    <a:pt x="2096" y="1679"/>
                    <a:pt x="2441" y="1393"/>
                  </a:cubicBezTo>
                  <a:close/>
                  <a:moveTo>
                    <a:pt x="2286" y="3346"/>
                  </a:moveTo>
                  <a:lnTo>
                    <a:pt x="2286" y="3453"/>
                  </a:lnTo>
                  <a:lnTo>
                    <a:pt x="2310" y="3453"/>
                  </a:lnTo>
                  <a:lnTo>
                    <a:pt x="2084" y="3679"/>
                  </a:lnTo>
                  <a:lnTo>
                    <a:pt x="1869" y="3477"/>
                  </a:lnTo>
                  <a:lnTo>
                    <a:pt x="1869" y="3346"/>
                  </a:lnTo>
                  <a:close/>
                  <a:moveTo>
                    <a:pt x="2048" y="0"/>
                  </a:moveTo>
                  <a:cubicBezTo>
                    <a:pt x="1322" y="0"/>
                    <a:pt x="726" y="596"/>
                    <a:pt x="726" y="1322"/>
                  </a:cubicBezTo>
                  <a:lnTo>
                    <a:pt x="726" y="1667"/>
                  </a:lnTo>
                  <a:cubicBezTo>
                    <a:pt x="607" y="1774"/>
                    <a:pt x="512" y="1917"/>
                    <a:pt x="512" y="2096"/>
                  </a:cubicBezTo>
                  <a:cubicBezTo>
                    <a:pt x="512" y="2393"/>
                    <a:pt x="738" y="2632"/>
                    <a:pt x="1036" y="2643"/>
                  </a:cubicBezTo>
                  <a:cubicBezTo>
                    <a:pt x="1107" y="2882"/>
                    <a:pt x="1274" y="3096"/>
                    <a:pt x="1500" y="3215"/>
                  </a:cubicBezTo>
                  <a:lnTo>
                    <a:pt x="1500" y="3322"/>
                  </a:lnTo>
                  <a:lnTo>
                    <a:pt x="691" y="3632"/>
                  </a:lnTo>
                  <a:cubicBezTo>
                    <a:pt x="619" y="3655"/>
                    <a:pt x="0" y="3917"/>
                    <a:pt x="0" y="4715"/>
                  </a:cubicBezTo>
                  <a:lnTo>
                    <a:pt x="0" y="5418"/>
                  </a:lnTo>
                  <a:cubicBezTo>
                    <a:pt x="0" y="5525"/>
                    <a:pt x="84" y="5608"/>
                    <a:pt x="191" y="5608"/>
                  </a:cubicBezTo>
                  <a:lnTo>
                    <a:pt x="691" y="5608"/>
                  </a:lnTo>
                  <a:cubicBezTo>
                    <a:pt x="798" y="5608"/>
                    <a:pt x="893" y="5525"/>
                    <a:pt x="893" y="5418"/>
                  </a:cubicBezTo>
                  <a:cubicBezTo>
                    <a:pt x="893" y="5310"/>
                    <a:pt x="798" y="5227"/>
                    <a:pt x="691" y="5227"/>
                  </a:cubicBezTo>
                  <a:lnTo>
                    <a:pt x="393" y="5227"/>
                  </a:lnTo>
                  <a:lnTo>
                    <a:pt x="393" y="4715"/>
                  </a:lnTo>
                  <a:cubicBezTo>
                    <a:pt x="393" y="4167"/>
                    <a:pt x="834" y="4013"/>
                    <a:pt x="846" y="4001"/>
                  </a:cubicBezTo>
                  <a:lnTo>
                    <a:pt x="857" y="4001"/>
                  </a:lnTo>
                  <a:lnTo>
                    <a:pt x="1608" y="3715"/>
                  </a:lnTo>
                  <a:lnTo>
                    <a:pt x="1989" y="4108"/>
                  </a:lnTo>
                  <a:cubicBezTo>
                    <a:pt x="2024" y="4132"/>
                    <a:pt x="2084" y="4167"/>
                    <a:pt x="2119" y="4167"/>
                  </a:cubicBezTo>
                  <a:cubicBezTo>
                    <a:pt x="2179" y="4167"/>
                    <a:pt x="2227" y="4132"/>
                    <a:pt x="2262" y="4108"/>
                  </a:cubicBezTo>
                  <a:lnTo>
                    <a:pt x="2631" y="3715"/>
                  </a:lnTo>
                  <a:lnTo>
                    <a:pt x="3370" y="4013"/>
                  </a:lnTo>
                  <a:lnTo>
                    <a:pt x="3393" y="4013"/>
                  </a:lnTo>
                  <a:cubicBezTo>
                    <a:pt x="3405" y="4013"/>
                    <a:pt x="3834" y="4179"/>
                    <a:pt x="3834" y="4727"/>
                  </a:cubicBezTo>
                  <a:lnTo>
                    <a:pt x="3834" y="5239"/>
                  </a:lnTo>
                  <a:lnTo>
                    <a:pt x="1334" y="5239"/>
                  </a:lnTo>
                  <a:cubicBezTo>
                    <a:pt x="1227" y="5239"/>
                    <a:pt x="1143" y="5322"/>
                    <a:pt x="1143" y="5430"/>
                  </a:cubicBezTo>
                  <a:cubicBezTo>
                    <a:pt x="1143" y="5537"/>
                    <a:pt x="1227" y="5620"/>
                    <a:pt x="1334" y="5620"/>
                  </a:cubicBezTo>
                  <a:lnTo>
                    <a:pt x="4048" y="5620"/>
                  </a:lnTo>
                  <a:cubicBezTo>
                    <a:pt x="4108" y="5608"/>
                    <a:pt x="4191" y="5525"/>
                    <a:pt x="4191" y="5418"/>
                  </a:cubicBezTo>
                  <a:lnTo>
                    <a:pt x="4191" y="4715"/>
                  </a:lnTo>
                  <a:cubicBezTo>
                    <a:pt x="4191" y="3917"/>
                    <a:pt x="3572" y="3655"/>
                    <a:pt x="3501" y="3632"/>
                  </a:cubicBezTo>
                  <a:lnTo>
                    <a:pt x="2703" y="3322"/>
                  </a:lnTo>
                  <a:lnTo>
                    <a:pt x="2703" y="3215"/>
                  </a:lnTo>
                  <a:cubicBezTo>
                    <a:pt x="2917" y="3096"/>
                    <a:pt x="3084" y="2882"/>
                    <a:pt x="3167" y="2643"/>
                  </a:cubicBezTo>
                  <a:cubicBezTo>
                    <a:pt x="3453" y="2620"/>
                    <a:pt x="3679" y="2382"/>
                    <a:pt x="3679" y="2096"/>
                  </a:cubicBezTo>
                  <a:cubicBezTo>
                    <a:pt x="3679" y="1917"/>
                    <a:pt x="3596" y="1774"/>
                    <a:pt x="3465" y="1667"/>
                  </a:cubicBezTo>
                  <a:lnTo>
                    <a:pt x="3465" y="1322"/>
                  </a:lnTo>
                  <a:cubicBezTo>
                    <a:pt x="3465" y="596"/>
                    <a:pt x="2870" y="0"/>
                    <a:pt x="214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10" name="Google Shape;9499;p60"/>
            <p:cNvSpPr/>
            <p:nvPr/>
          </p:nvSpPr>
          <p:spPr>
            <a:xfrm>
              <a:off x="7334245" y="2602600"/>
              <a:ext cx="134949" cy="179284"/>
            </a:xfrm>
            <a:custGeom>
              <a:avLst/>
              <a:gdLst/>
              <a:ahLst/>
              <a:cxnLst/>
              <a:rect l="l" t="t" r="r" b="b"/>
              <a:pathLst>
                <a:path w="4240" h="5633" extrusionOk="0">
                  <a:moveTo>
                    <a:pt x="2144" y="394"/>
                  </a:moveTo>
                  <a:cubicBezTo>
                    <a:pt x="2656" y="394"/>
                    <a:pt x="3073" y="810"/>
                    <a:pt x="3073" y="1311"/>
                  </a:cubicBezTo>
                  <a:lnTo>
                    <a:pt x="3073" y="1430"/>
                  </a:lnTo>
                  <a:lnTo>
                    <a:pt x="3049" y="1430"/>
                  </a:lnTo>
                  <a:cubicBezTo>
                    <a:pt x="2787" y="1370"/>
                    <a:pt x="2692" y="1001"/>
                    <a:pt x="2692" y="1001"/>
                  </a:cubicBezTo>
                  <a:cubicBezTo>
                    <a:pt x="2680" y="930"/>
                    <a:pt x="2620" y="870"/>
                    <a:pt x="2549" y="846"/>
                  </a:cubicBezTo>
                  <a:cubicBezTo>
                    <a:pt x="2539" y="845"/>
                    <a:pt x="2530" y="844"/>
                    <a:pt x="2521" y="844"/>
                  </a:cubicBezTo>
                  <a:cubicBezTo>
                    <a:pt x="2456" y="844"/>
                    <a:pt x="2389" y="878"/>
                    <a:pt x="2358" y="930"/>
                  </a:cubicBezTo>
                  <a:cubicBezTo>
                    <a:pt x="2001" y="1418"/>
                    <a:pt x="1203" y="1430"/>
                    <a:pt x="1191" y="1430"/>
                  </a:cubicBezTo>
                  <a:lnTo>
                    <a:pt x="1132" y="1430"/>
                  </a:lnTo>
                  <a:lnTo>
                    <a:pt x="1132" y="1311"/>
                  </a:lnTo>
                  <a:cubicBezTo>
                    <a:pt x="1132" y="810"/>
                    <a:pt x="1549" y="394"/>
                    <a:pt x="2061" y="394"/>
                  </a:cubicBezTo>
                  <a:close/>
                  <a:moveTo>
                    <a:pt x="3227" y="1965"/>
                  </a:moveTo>
                  <a:cubicBezTo>
                    <a:pt x="3263" y="2001"/>
                    <a:pt x="3275" y="2037"/>
                    <a:pt x="3275" y="2073"/>
                  </a:cubicBezTo>
                  <a:cubicBezTo>
                    <a:pt x="3275" y="2132"/>
                    <a:pt x="3251" y="2180"/>
                    <a:pt x="3215" y="2203"/>
                  </a:cubicBezTo>
                  <a:lnTo>
                    <a:pt x="3215" y="1965"/>
                  </a:lnTo>
                  <a:close/>
                  <a:moveTo>
                    <a:pt x="1001" y="1965"/>
                  </a:moveTo>
                  <a:lnTo>
                    <a:pt x="1001" y="2215"/>
                  </a:lnTo>
                  <a:cubicBezTo>
                    <a:pt x="953" y="2192"/>
                    <a:pt x="929" y="2144"/>
                    <a:pt x="929" y="2084"/>
                  </a:cubicBezTo>
                  <a:cubicBezTo>
                    <a:pt x="929" y="2037"/>
                    <a:pt x="941" y="2013"/>
                    <a:pt x="965" y="1977"/>
                  </a:cubicBezTo>
                  <a:cubicBezTo>
                    <a:pt x="989" y="1977"/>
                    <a:pt x="989" y="1977"/>
                    <a:pt x="1001" y="1965"/>
                  </a:cubicBezTo>
                  <a:close/>
                  <a:moveTo>
                    <a:pt x="2442" y="1406"/>
                  </a:moveTo>
                  <a:cubicBezTo>
                    <a:pt x="2513" y="1537"/>
                    <a:pt x="2632" y="1680"/>
                    <a:pt x="2811" y="1763"/>
                  </a:cubicBezTo>
                  <a:lnTo>
                    <a:pt x="2811" y="2323"/>
                  </a:lnTo>
                  <a:cubicBezTo>
                    <a:pt x="2834" y="2668"/>
                    <a:pt x="2549" y="2954"/>
                    <a:pt x="2191" y="2954"/>
                  </a:cubicBezTo>
                  <a:lnTo>
                    <a:pt x="2013" y="2954"/>
                  </a:lnTo>
                  <a:cubicBezTo>
                    <a:pt x="1668" y="2954"/>
                    <a:pt x="1382" y="2668"/>
                    <a:pt x="1382" y="2323"/>
                  </a:cubicBezTo>
                  <a:lnTo>
                    <a:pt x="1382" y="1799"/>
                  </a:lnTo>
                  <a:cubicBezTo>
                    <a:pt x="1644" y="1775"/>
                    <a:pt x="2084" y="1680"/>
                    <a:pt x="2442" y="1406"/>
                  </a:cubicBezTo>
                  <a:close/>
                  <a:moveTo>
                    <a:pt x="2311" y="3335"/>
                  </a:moveTo>
                  <a:lnTo>
                    <a:pt x="2322" y="3442"/>
                  </a:lnTo>
                  <a:lnTo>
                    <a:pt x="2096" y="3668"/>
                  </a:lnTo>
                  <a:lnTo>
                    <a:pt x="1894" y="3466"/>
                  </a:lnTo>
                  <a:lnTo>
                    <a:pt x="1894" y="3335"/>
                  </a:lnTo>
                  <a:close/>
                  <a:moveTo>
                    <a:pt x="2061" y="1"/>
                  </a:moveTo>
                  <a:cubicBezTo>
                    <a:pt x="1322" y="1"/>
                    <a:pt x="727" y="596"/>
                    <a:pt x="727" y="1322"/>
                  </a:cubicBezTo>
                  <a:lnTo>
                    <a:pt x="727" y="1668"/>
                  </a:lnTo>
                  <a:cubicBezTo>
                    <a:pt x="608" y="1775"/>
                    <a:pt x="525" y="1918"/>
                    <a:pt x="525" y="2096"/>
                  </a:cubicBezTo>
                  <a:cubicBezTo>
                    <a:pt x="525" y="2394"/>
                    <a:pt x="739" y="2632"/>
                    <a:pt x="1037" y="2656"/>
                  </a:cubicBezTo>
                  <a:cubicBezTo>
                    <a:pt x="1120" y="2894"/>
                    <a:pt x="1275" y="3096"/>
                    <a:pt x="1501" y="3216"/>
                  </a:cubicBezTo>
                  <a:lnTo>
                    <a:pt x="1501" y="3323"/>
                  </a:lnTo>
                  <a:lnTo>
                    <a:pt x="703" y="3632"/>
                  </a:lnTo>
                  <a:cubicBezTo>
                    <a:pt x="620" y="3668"/>
                    <a:pt x="1" y="3918"/>
                    <a:pt x="1" y="4716"/>
                  </a:cubicBezTo>
                  <a:lnTo>
                    <a:pt x="1" y="5418"/>
                  </a:lnTo>
                  <a:cubicBezTo>
                    <a:pt x="1" y="5525"/>
                    <a:pt x="84" y="5609"/>
                    <a:pt x="191" y="5609"/>
                  </a:cubicBezTo>
                  <a:lnTo>
                    <a:pt x="703" y="5609"/>
                  </a:lnTo>
                  <a:cubicBezTo>
                    <a:pt x="798" y="5609"/>
                    <a:pt x="894" y="5525"/>
                    <a:pt x="894" y="5418"/>
                  </a:cubicBezTo>
                  <a:cubicBezTo>
                    <a:pt x="894" y="5311"/>
                    <a:pt x="798" y="5228"/>
                    <a:pt x="703" y="5228"/>
                  </a:cubicBezTo>
                  <a:lnTo>
                    <a:pt x="406" y="5228"/>
                  </a:lnTo>
                  <a:lnTo>
                    <a:pt x="406" y="4716"/>
                  </a:lnTo>
                  <a:cubicBezTo>
                    <a:pt x="406" y="4168"/>
                    <a:pt x="834" y="4025"/>
                    <a:pt x="846" y="4001"/>
                  </a:cubicBezTo>
                  <a:lnTo>
                    <a:pt x="858" y="4001"/>
                  </a:lnTo>
                  <a:lnTo>
                    <a:pt x="1608" y="3727"/>
                  </a:lnTo>
                  <a:lnTo>
                    <a:pt x="1989" y="4108"/>
                  </a:lnTo>
                  <a:cubicBezTo>
                    <a:pt x="2025" y="4144"/>
                    <a:pt x="2084" y="4168"/>
                    <a:pt x="2132" y="4168"/>
                  </a:cubicBezTo>
                  <a:cubicBezTo>
                    <a:pt x="2191" y="4168"/>
                    <a:pt x="2227" y="4144"/>
                    <a:pt x="2263" y="4108"/>
                  </a:cubicBezTo>
                  <a:lnTo>
                    <a:pt x="2632" y="3727"/>
                  </a:lnTo>
                  <a:lnTo>
                    <a:pt x="3382" y="4025"/>
                  </a:lnTo>
                  <a:lnTo>
                    <a:pt x="3394" y="4025"/>
                  </a:lnTo>
                  <a:cubicBezTo>
                    <a:pt x="3406" y="4025"/>
                    <a:pt x="3835" y="4180"/>
                    <a:pt x="3835" y="4739"/>
                  </a:cubicBezTo>
                  <a:lnTo>
                    <a:pt x="3835" y="5240"/>
                  </a:lnTo>
                  <a:lnTo>
                    <a:pt x="1334" y="5240"/>
                  </a:lnTo>
                  <a:cubicBezTo>
                    <a:pt x="1239" y="5240"/>
                    <a:pt x="1144" y="5335"/>
                    <a:pt x="1144" y="5430"/>
                  </a:cubicBezTo>
                  <a:cubicBezTo>
                    <a:pt x="1144" y="5537"/>
                    <a:pt x="1239" y="5632"/>
                    <a:pt x="1334" y="5632"/>
                  </a:cubicBezTo>
                  <a:lnTo>
                    <a:pt x="4049" y="5632"/>
                  </a:lnTo>
                  <a:cubicBezTo>
                    <a:pt x="4156" y="5632"/>
                    <a:pt x="4239" y="5537"/>
                    <a:pt x="4239" y="5430"/>
                  </a:cubicBezTo>
                  <a:lnTo>
                    <a:pt x="4239" y="4739"/>
                  </a:lnTo>
                  <a:cubicBezTo>
                    <a:pt x="4204" y="3918"/>
                    <a:pt x="3573" y="3668"/>
                    <a:pt x="3501" y="3632"/>
                  </a:cubicBezTo>
                  <a:lnTo>
                    <a:pt x="2715" y="3323"/>
                  </a:lnTo>
                  <a:lnTo>
                    <a:pt x="2715" y="3216"/>
                  </a:lnTo>
                  <a:cubicBezTo>
                    <a:pt x="2918" y="3096"/>
                    <a:pt x="3084" y="2894"/>
                    <a:pt x="3168" y="2656"/>
                  </a:cubicBezTo>
                  <a:cubicBezTo>
                    <a:pt x="3454" y="2620"/>
                    <a:pt x="3680" y="2382"/>
                    <a:pt x="3680" y="2096"/>
                  </a:cubicBezTo>
                  <a:cubicBezTo>
                    <a:pt x="3680" y="1918"/>
                    <a:pt x="3608" y="1775"/>
                    <a:pt x="3465" y="1668"/>
                  </a:cubicBezTo>
                  <a:lnTo>
                    <a:pt x="3465" y="1322"/>
                  </a:lnTo>
                  <a:cubicBezTo>
                    <a:pt x="3465" y="596"/>
                    <a:pt x="2870" y="1"/>
                    <a:pt x="214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11" name="Google Shape;9500;p60"/>
            <p:cNvSpPr/>
            <p:nvPr/>
          </p:nvSpPr>
          <p:spPr>
            <a:xfrm>
              <a:off x="7070872" y="2602600"/>
              <a:ext cx="134949" cy="179284"/>
            </a:xfrm>
            <a:custGeom>
              <a:avLst/>
              <a:gdLst/>
              <a:ahLst/>
              <a:cxnLst/>
              <a:rect l="l" t="t" r="r" b="b"/>
              <a:pathLst>
                <a:path w="4240" h="5633" extrusionOk="0">
                  <a:moveTo>
                    <a:pt x="2144" y="394"/>
                  </a:moveTo>
                  <a:cubicBezTo>
                    <a:pt x="2656" y="394"/>
                    <a:pt x="3073" y="810"/>
                    <a:pt x="3073" y="1311"/>
                  </a:cubicBezTo>
                  <a:lnTo>
                    <a:pt x="3073" y="1430"/>
                  </a:lnTo>
                  <a:lnTo>
                    <a:pt x="3049" y="1430"/>
                  </a:lnTo>
                  <a:cubicBezTo>
                    <a:pt x="2787" y="1370"/>
                    <a:pt x="2692" y="1001"/>
                    <a:pt x="2692" y="1001"/>
                  </a:cubicBezTo>
                  <a:cubicBezTo>
                    <a:pt x="2680" y="930"/>
                    <a:pt x="2620" y="870"/>
                    <a:pt x="2549" y="846"/>
                  </a:cubicBezTo>
                  <a:cubicBezTo>
                    <a:pt x="2540" y="845"/>
                    <a:pt x="2530" y="844"/>
                    <a:pt x="2521" y="844"/>
                  </a:cubicBezTo>
                  <a:cubicBezTo>
                    <a:pt x="2457" y="844"/>
                    <a:pt x="2389" y="878"/>
                    <a:pt x="2358" y="930"/>
                  </a:cubicBezTo>
                  <a:cubicBezTo>
                    <a:pt x="2001" y="1418"/>
                    <a:pt x="1203" y="1430"/>
                    <a:pt x="1192" y="1430"/>
                  </a:cubicBezTo>
                  <a:lnTo>
                    <a:pt x="1132" y="1430"/>
                  </a:lnTo>
                  <a:lnTo>
                    <a:pt x="1132" y="1311"/>
                  </a:lnTo>
                  <a:cubicBezTo>
                    <a:pt x="1132" y="810"/>
                    <a:pt x="1549" y="394"/>
                    <a:pt x="2061" y="394"/>
                  </a:cubicBezTo>
                  <a:close/>
                  <a:moveTo>
                    <a:pt x="3227" y="1965"/>
                  </a:moveTo>
                  <a:cubicBezTo>
                    <a:pt x="3263" y="2001"/>
                    <a:pt x="3275" y="2037"/>
                    <a:pt x="3275" y="2073"/>
                  </a:cubicBezTo>
                  <a:cubicBezTo>
                    <a:pt x="3275" y="2132"/>
                    <a:pt x="3239" y="2180"/>
                    <a:pt x="3216" y="2203"/>
                  </a:cubicBezTo>
                  <a:lnTo>
                    <a:pt x="3216" y="1965"/>
                  </a:lnTo>
                  <a:close/>
                  <a:moveTo>
                    <a:pt x="1001" y="1965"/>
                  </a:moveTo>
                  <a:lnTo>
                    <a:pt x="1001" y="2215"/>
                  </a:lnTo>
                  <a:cubicBezTo>
                    <a:pt x="953" y="2192"/>
                    <a:pt x="930" y="2144"/>
                    <a:pt x="930" y="2084"/>
                  </a:cubicBezTo>
                  <a:cubicBezTo>
                    <a:pt x="930" y="2037"/>
                    <a:pt x="941" y="2013"/>
                    <a:pt x="965" y="1977"/>
                  </a:cubicBezTo>
                  <a:cubicBezTo>
                    <a:pt x="989" y="1977"/>
                    <a:pt x="989" y="1977"/>
                    <a:pt x="1001" y="1965"/>
                  </a:cubicBezTo>
                  <a:close/>
                  <a:moveTo>
                    <a:pt x="2454" y="1406"/>
                  </a:moveTo>
                  <a:cubicBezTo>
                    <a:pt x="2525" y="1537"/>
                    <a:pt x="2644" y="1680"/>
                    <a:pt x="2823" y="1763"/>
                  </a:cubicBezTo>
                  <a:lnTo>
                    <a:pt x="2823" y="2323"/>
                  </a:lnTo>
                  <a:cubicBezTo>
                    <a:pt x="2835" y="2668"/>
                    <a:pt x="2549" y="2954"/>
                    <a:pt x="2204" y="2954"/>
                  </a:cubicBezTo>
                  <a:lnTo>
                    <a:pt x="2025" y="2954"/>
                  </a:lnTo>
                  <a:cubicBezTo>
                    <a:pt x="1680" y="2954"/>
                    <a:pt x="1406" y="2668"/>
                    <a:pt x="1406" y="2323"/>
                  </a:cubicBezTo>
                  <a:lnTo>
                    <a:pt x="1406" y="1799"/>
                  </a:lnTo>
                  <a:cubicBezTo>
                    <a:pt x="1656" y="1775"/>
                    <a:pt x="2120" y="1680"/>
                    <a:pt x="2454" y="1406"/>
                  </a:cubicBezTo>
                  <a:close/>
                  <a:moveTo>
                    <a:pt x="2311" y="3335"/>
                  </a:moveTo>
                  <a:lnTo>
                    <a:pt x="2323" y="3442"/>
                  </a:lnTo>
                  <a:lnTo>
                    <a:pt x="2096" y="3668"/>
                  </a:lnTo>
                  <a:lnTo>
                    <a:pt x="1894" y="3466"/>
                  </a:lnTo>
                  <a:lnTo>
                    <a:pt x="1894" y="3335"/>
                  </a:lnTo>
                  <a:close/>
                  <a:moveTo>
                    <a:pt x="2061" y="1"/>
                  </a:moveTo>
                  <a:cubicBezTo>
                    <a:pt x="1322" y="1"/>
                    <a:pt x="727" y="596"/>
                    <a:pt x="727" y="1322"/>
                  </a:cubicBezTo>
                  <a:lnTo>
                    <a:pt x="727" y="1668"/>
                  </a:lnTo>
                  <a:cubicBezTo>
                    <a:pt x="608" y="1775"/>
                    <a:pt x="525" y="1918"/>
                    <a:pt x="525" y="2096"/>
                  </a:cubicBezTo>
                  <a:cubicBezTo>
                    <a:pt x="525" y="2394"/>
                    <a:pt x="739" y="2632"/>
                    <a:pt x="1037" y="2656"/>
                  </a:cubicBezTo>
                  <a:cubicBezTo>
                    <a:pt x="1120" y="2894"/>
                    <a:pt x="1275" y="3096"/>
                    <a:pt x="1501" y="3216"/>
                  </a:cubicBezTo>
                  <a:lnTo>
                    <a:pt x="1501" y="3323"/>
                  </a:lnTo>
                  <a:lnTo>
                    <a:pt x="703" y="3632"/>
                  </a:lnTo>
                  <a:cubicBezTo>
                    <a:pt x="620" y="3668"/>
                    <a:pt x="1" y="3918"/>
                    <a:pt x="1" y="4716"/>
                  </a:cubicBezTo>
                  <a:lnTo>
                    <a:pt x="1" y="5418"/>
                  </a:lnTo>
                  <a:cubicBezTo>
                    <a:pt x="1" y="5525"/>
                    <a:pt x="84" y="5609"/>
                    <a:pt x="191" y="5609"/>
                  </a:cubicBezTo>
                  <a:lnTo>
                    <a:pt x="703" y="5609"/>
                  </a:lnTo>
                  <a:cubicBezTo>
                    <a:pt x="799" y="5609"/>
                    <a:pt x="894" y="5525"/>
                    <a:pt x="894" y="5418"/>
                  </a:cubicBezTo>
                  <a:cubicBezTo>
                    <a:pt x="894" y="5311"/>
                    <a:pt x="799" y="5228"/>
                    <a:pt x="703" y="5228"/>
                  </a:cubicBezTo>
                  <a:lnTo>
                    <a:pt x="406" y="5228"/>
                  </a:lnTo>
                  <a:lnTo>
                    <a:pt x="406" y="4716"/>
                  </a:lnTo>
                  <a:cubicBezTo>
                    <a:pt x="406" y="4168"/>
                    <a:pt x="834" y="4025"/>
                    <a:pt x="846" y="4001"/>
                  </a:cubicBezTo>
                  <a:lnTo>
                    <a:pt x="858" y="4001"/>
                  </a:lnTo>
                  <a:lnTo>
                    <a:pt x="1608" y="3727"/>
                  </a:lnTo>
                  <a:lnTo>
                    <a:pt x="1989" y="4108"/>
                  </a:lnTo>
                  <a:cubicBezTo>
                    <a:pt x="2025" y="4144"/>
                    <a:pt x="2084" y="4168"/>
                    <a:pt x="2132" y="4168"/>
                  </a:cubicBezTo>
                  <a:cubicBezTo>
                    <a:pt x="2192" y="4168"/>
                    <a:pt x="2227" y="4144"/>
                    <a:pt x="2263" y="4108"/>
                  </a:cubicBezTo>
                  <a:lnTo>
                    <a:pt x="2632" y="3727"/>
                  </a:lnTo>
                  <a:lnTo>
                    <a:pt x="3382" y="4025"/>
                  </a:lnTo>
                  <a:lnTo>
                    <a:pt x="3394" y="4025"/>
                  </a:lnTo>
                  <a:cubicBezTo>
                    <a:pt x="3406" y="4025"/>
                    <a:pt x="3835" y="4180"/>
                    <a:pt x="3835" y="4739"/>
                  </a:cubicBezTo>
                  <a:lnTo>
                    <a:pt x="3835" y="5240"/>
                  </a:lnTo>
                  <a:lnTo>
                    <a:pt x="1334" y="5240"/>
                  </a:lnTo>
                  <a:cubicBezTo>
                    <a:pt x="1239" y="5240"/>
                    <a:pt x="1144" y="5335"/>
                    <a:pt x="1144" y="5430"/>
                  </a:cubicBezTo>
                  <a:cubicBezTo>
                    <a:pt x="1144" y="5537"/>
                    <a:pt x="1239" y="5632"/>
                    <a:pt x="1334" y="5632"/>
                  </a:cubicBezTo>
                  <a:lnTo>
                    <a:pt x="4049" y="5632"/>
                  </a:lnTo>
                  <a:cubicBezTo>
                    <a:pt x="4156" y="5632"/>
                    <a:pt x="4240" y="5537"/>
                    <a:pt x="4240" y="5430"/>
                  </a:cubicBezTo>
                  <a:lnTo>
                    <a:pt x="4240" y="4739"/>
                  </a:lnTo>
                  <a:cubicBezTo>
                    <a:pt x="4216" y="3918"/>
                    <a:pt x="3573" y="3668"/>
                    <a:pt x="3501" y="3632"/>
                  </a:cubicBezTo>
                  <a:lnTo>
                    <a:pt x="2716" y="3323"/>
                  </a:lnTo>
                  <a:lnTo>
                    <a:pt x="2716" y="3216"/>
                  </a:lnTo>
                  <a:cubicBezTo>
                    <a:pt x="2918" y="3096"/>
                    <a:pt x="3085" y="2894"/>
                    <a:pt x="3168" y="2656"/>
                  </a:cubicBezTo>
                  <a:cubicBezTo>
                    <a:pt x="3454" y="2620"/>
                    <a:pt x="3680" y="2382"/>
                    <a:pt x="3680" y="2096"/>
                  </a:cubicBezTo>
                  <a:cubicBezTo>
                    <a:pt x="3680" y="1918"/>
                    <a:pt x="3608" y="1775"/>
                    <a:pt x="3466" y="1668"/>
                  </a:cubicBezTo>
                  <a:lnTo>
                    <a:pt x="3466" y="1322"/>
                  </a:lnTo>
                  <a:cubicBezTo>
                    <a:pt x="3466" y="596"/>
                    <a:pt x="2870" y="1"/>
                    <a:pt x="214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</p:grpSp>
      <p:grpSp>
        <p:nvGrpSpPr>
          <p:cNvPr id="112" name="Google Shape;10408;p61"/>
          <p:cNvGrpSpPr/>
          <p:nvPr/>
        </p:nvGrpSpPr>
        <p:grpSpPr>
          <a:xfrm>
            <a:off x="6407576" y="1511485"/>
            <a:ext cx="367013" cy="331278"/>
            <a:chOff x="3522521" y="1975857"/>
            <a:chExt cx="367013" cy="331278"/>
          </a:xfrm>
        </p:grpSpPr>
        <p:sp>
          <p:nvSpPr>
            <p:cNvPr id="113" name="Google Shape;10409;p61"/>
            <p:cNvSpPr/>
            <p:nvPr/>
          </p:nvSpPr>
          <p:spPr>
            <a:xfrm>
              <a:off x="3665841" y="1975857"/>
              <a:ext cx="91302" cy="91682"/>
            </a:xfrm>
            <a:custGeom>
              <a:avLst/>
              <a:gdLst/>
              <a:ahLst/>
              <a:cxnLst/>
              <a:rect l="l" t="t" r="r" b="b"/>
              <a:pathLst>
                <a:path w="2882" h="2894" extrusionOk="0">
                  <a:moveTo>
                    <a:pt x="1429" y="703"/>
                  </a:moveTo>
                  <a:cubicBezTo>
                    <a:pt x="1846" y="703"/>
                    <a:pt x="2167" y="1036"/>
                    <a:pt x="2167" y="1453"/>
                  </a:cubicBezTo>
                  <a:cubicBezTo>
                    <a:pt x="2167" y="1870"/>
                    <a:pt x="1834" y="2191"/>
                    <a:pt x="1429" y="2191"/>
                  </a:cubicBezTo>
                  <a:cubicBezTo>
                    <a:pt x="1024" y="2191"/>
                    <a:pt x="679" y="1870"/>
                    <a:pt x="679" y="1453"/>
                  </a:cubicBezTo>
                  <a:cubicBezTo>
                    <a:pt x="679" y="1048"/>
                    <a:pt x="1013" y="703"/>
                    <a:pt x="1429" y="703"/>
                  </a:cubicBezTo>
                  <a:close/>
                  <a:moveTo>
                    <a:pt x="1441" y="0"/>
                  </a:moveTo>
                  <a:cubicBezTo>
                    <a:pt x="1358" y="0"/>
                    <a:pt x="1274" y="84"/>
                    <a:pt x="1274" y="167"/>
                  </a:cubicBezTo>
                  <a:lnTo>
                    <a:pt x="1274" y="393"/>
                  </a:lnTo>
                  <a:cubicBezTo>
                    <a:pt x="1096" y="417"/>
                    <a:pt x="953" y="476"/>
                    <a:pt x="822" y="584"/>
                  </a:cubicBezTo>
                  <a:lnTo>
                    <a:pt x="655" y="417"/>
                  </a:lnTo>
                  <a:cubicBezTo>
                    <a:pt x="626" y="387"/>
                    <a:pt x="581" y="372"/>
                    <a:pt x="536" y="372"/>
                  </a:cubicBezTo>
                  <a:cubicBezTo>
                    <a:pt x="492" y="372"/>
                    <a:pt x="447" y="387"/>
                    <a:pt x="417" y="417"/>
                  </a:cubicBezTo>
                  <a:cubicBezTo>
                    <a:pt x="358" y="476"/>
                    <a:pt x="358" y="596"/>
                    <a:pt x="417" y="655"/>
                  </a:cubicBezTo>
                  <a:lnTo>
                    <a:pt x="584" y="822"/>
                  </a:lnTo>
                  <a:cubicBezTo>
                    <a:pt x="477" y="953"/>
                    <a:pt x="417" y="1119"/>
                    <a:pt x="381" y="1286"/>
                  </a:cubicBezTo>
                  <a:lnTo>
                    <a:pt x="167" y="1286"/>
                  </a:lnTo>
                  <a:cubicBezTo>
                    <a:pt x="72" y="1286"/>
                    <a:pt x="0" y="1358"/>
                    <a:pt x="0" y="1453"/>
                  </a:cubicBezTo>
                  <a:cubicBezTo>
                    <a:pt x="0" y="1536"/>
                    <a:pt x="72" y="1608"/>
                    <a:pt x="167" y="1608"/>
                  </a:cubicBezTo>
                  <a:lnTo>
                    <a:pt x="381" y="1608"/>
                  </a:lnTo>
                  <a:cubicBezTo>
                    <a:pt x="417" y="1786"/>
                    <a:pt x="477" y="1941"/>
                    <a:pt x="584" y="2072"/>
                  </a:cubicBezTo>
                  <a:lnTo>
                    <a:pt x="417" y="2239"/>
                  </a:lnTo>
                  <a:cubicBezTo>
                    <a:pt x="358" y="2298"/>
                    <a:pt x="358" y="2417"/>
                    <a:pt x="417" y="2477"/>
                  </a:cubicBezTo>
                  <a:cubicBezTo>
                    <a:pt x="441" y="2501"/>
                    <a:pt x="489" y="2524"/>
                    <a:pt x="536" y="2524"/>
                  </a:cubicBezTo>
                  <a:cubicBezTo>
                    <a:pt x="572" y="2524"/>
                    <a:pt x="620" y="2501"/>
                    <a:pt x="655" y="2477"/>
                  </a:cubicBezTo>
                  <a:lnTo>
                    <a:pt x="810" y="2310"/>
                  </a:lnTo>
                  <a:cubicBezTo>
                    <a:pt x="953" y="2417"/>
                    <a:pt x="1108" y="2477"/>
                    <a:pt x="1274" y="2501"/>
                  </a:cubicBezTo>
                  <a:lnTo>
                    <a:pt x="1274" y="2727"/>
                  </a:lnTo>
                  <a:cubicBezTo>
                    <a:pt x="1274" y="2822"/>
                    <a:pt x="1346" y="2893"/>
                    <a:pt x="1441" y="2893"/>
                  </a:cubicBezTo>
                  <a:cubicBezTo>
                    <a:pt x="1536" y="2893"/>
                    <a:pt x="1608" y="2822"/>
                    <a:pt x="1608" y="2727"/>
                  </a:cubicBezTo>
                  <a:lnTo>
                    <a:pt x="1608" y="2501"/>
                  </a:lnTo>
                  <a:cubicBezTo>
                    <a:pt x="1786" y="2477"/>
                    <a:pt x="1929" y="2417"/>
                    <a:pt x="2072" y="2310"/>
                  </a:cubicBezTo>
                  <a:lnTo>
                    <a:pt x="2227" y="2477"/>
                  </a:lnTo>
                  <a:cubicBezTo>
                    <a:pt x="2263" y="2501"/>
                    <a:pt x="2310" y="2524"/>
                    <a:pt x="2346" y="2524"/>
                  </a:cubicBezTo>
                  <a:cubicBezTo>
                    <a:pt x="2394" y="2524"/>
                    <a:pt x="2441" y="2501"/>
                    <a:pt x="2465" y="2477"/>
                  </a:cubicBezTo>
                  <a:cubicBezTo>
                    <a:pt x="2525" y="2417"/>
                    <a:pt x="2525" y="2298"/>
                    <a:pt x="2465" y="2239"/>
                  </a:cubicBezTo>
                  <a:lnTo>
                    <a:pt x="2298" y="2072"/>
                  </a:lnTo>
                  <a:cubicBezTo>
                    <a:pt x="2406" y="1941"/>
                    <a:pt x="2465" y="1774"/>
                    <a:pt x="2501" y="1608"/>
                  </a:cubicBezTo>
                  <a:lnTo>
                    <a:pt x="2715" y="1608"/>
                  </a:lnTo>
                  <a:cubicBezTo>
                    <a:pt x="2810" y="1608"/>
                    <a:pt x="2882" y="1536"/>
                    <a:pt x="2882" y="1453"/>
                  </a:cubicBezTo>
                  <a:cubicBezTo>
                    <a:pt x="2882" y="1358"/>
                    <a:pt x="2810" y="1286"/>
                    <a:pt x="2727" y="1286"/>
                  </a:cubicBezTo>
                  <a:lnTo>
                    <a:pt x="2501" y="1286"/>
                  </a:lnTo>
                  <a:cubicBezTo>
                    <a:pt x="2465" y="1108"/>
                    <a:pt x="2406" y="953"/>
                    <a:pt x="2310" y="822"/>
                  </a:cubicBezTo>
                  <a:lnTo>
                    <a:pt x="2465" y="655"/>
                  </a:lnTo>
                  <a:cubicBezTo>
                    <a:pt x="2525" y="596"/>
                    <a:pt x="2525" y="476"/>
                    <a:pt x="2465" y="417"/>
                  </a:cubicBezTo>
                  <a:cubicBezTo>
                    <a:pt x="2435" y="387"/>
                    <a:pt x="2391" y="372"/>
                    <a:pt x="2346" y="372"/>
                  </a:cubicBezTo>
                  <a:cubicBezTo>
                    <a:pt x="2301" y="372"/>
                    <a:pt x="2257" y="387"/>
                    <a:pt x="2227" y="417"/>
                  </a:cubicBezTo>
                  <a:lnTo>
                    <a:pt x="2072" y="584"/>
                  </a:lnTo>
                  <a:cubicBezTo>
                    <a:pt x="1929" y="476"/>
                    <a:pt x="1775" y="417"/>
                    <a:pt x="1608" y="393"/>
                  </a:cubicBezTo>
                  <a:lnTo>
                    <a:pt x="1608" y="167"/>
                  </a:lnTo>
                  <a:cubicBezTo>
                    <a:pt x="1608" y="84"/>
                    <a:pt x="1536" y="0"/>
                    <a:pt x="144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14" name="Google Shape;10410;p61"/>
            <p:cNvSpPr/>
            <p:nvPr/>
          </p:nvSpPr>
          <p:spPr>
            <a:xfrm>
              <a:off x="3693751" y="2004147"/>
              <a:ext cx="34721" cy="35101"/>
            </a:xfrm>
            <a:custGeom>
              <a:avLst/>
              <a:gdLst/>
              <a:ahLst/>
              <a:cxnLst/>
              <a:rect l="l" t="t" r="r" b="b"/>
              <a:pathLst>
                <a:path w="1096" h="1108" extrusionOk="0">
                  <a:moveTo>
                    <a:pt x="548" y="345"/>
                  </a:moveTo>
                  <a:cubicBezTo>
                    <a:pt x="667" y="345"/>
                    <a:pt x="751" y="441"/>
                    <a:pt x="751" y="560"/>
                  </a:cubicBezTo>
                  <a:cubicBezTo>
                    <a:pt x="751" y="679"/>
                    <a:pt x="667" y="762"/>
                    <a:pt x="548" y="762"/>
                  </a:cubicBezTo>
                  <a:cubicBezTo>
                    <a:pt x="429" y="762"/>
                    <a:pt x="334" y="679"/>
                    <a:pt x="334" y="560"/>
                  </a:cubicBezTo>
                  <a:cubicBezTo>
                    <a:pt x="334" y="441"/>
                    <a:pt x="429" y="345"/>
                    <a:pt x="548" y="345"/>
                  </a:cubicBezTo>
                  <a:close/>
                  <a:moveTo>
                    <a:pt x="548" y="0"/>
                  </a:moveTo>
                  <a:cubicBezTo>
                    <a:pt x="251" y="0"/>
                    <a:pt x="1" y="262"/>
                    <a:pt x="1" y="560"/>
                  </a:cubicBezTo>
                  <a:cubicBezTo>
                    <a:pt x="1" y="857"/>
                    <a:pt x="251" y="1107"/>
                    <a:pt x="548" y="1107"/>
                  </a:cubicBezTo>
                  <a:cubicBezTo>
                    <a:pt x="846" y="1107"/>
                    <a:pt x="1096" y="857"/>
                    <a:pt x="1096" y="560"/>
                  </a:cubicBezTo>
                  <a:cubicBezTo>
                    <a:pt x="1096" y="262"/>
                    <a:pt x="846" y="0"/>
                    <a:pt x="54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15" name="Google Shape;10411;p61"/>
            <p:cNvSpPr/>
            <p:nvPr/>
          </p:nvSpPr>
          <p:spPr>
            <a:xfrm>
              <a:off x="3679052" y="2008297"/>
              <a:ext cx="210482" cy="228983"/>
            </a:xfrm>
            <a:custGeom>
              <a:avLst/>
              <a:gdLst/>
              <a:ahLst/>
              <a:cxnLst/>
              <a:rect l="l" t="t" r="r" b="b"/>
              <a:pathLst>
                <a:path w="6644" h="7228" extrusionOk="0">
                  <a:moveTo>
                    <a:pt x="4179" y="334"/>
                  </a:moveTo>
                  <a:lnTo>
                    <a:pt x="4179" y="762"/>
                  </a:lnTo>
                  <a:lnTo>
                    <a:pt x="4179" y="786"/>
                  </a:lnTo>
                  <a:cubicBezTo>
                    <a:pt x="4179" y="869"/>
                    <a:pt x="4239" y="941"/>
                    <a:pt x="4334" y="965"/>
                  </a:cubicBezTo>
                  <a:cubicBezTo>
                    <a:pt x="4596" y="988"/>
                    <a:pt x="4846" y="1107"/>
                    <a:pt x="5072" y="1274"/>
                  </a:cubicBezTo>
                  <a:cubicBezTo>
                    <a:pt x="5102" y="1299"/>
                    <a:pt x="5138" y="1311"/>
                    <a:pt x="5174" y="1311"/>
                  </a:cubicBezTo>
                  <a:cubicBezTo>
                    <a:pt x="5225" y="1311"/>
                    <a:pt x="5276" y="1287"/>
                    <a:pt x="5310" y="1238"/>
                  </a:cubicBezTo>
                  <a:lnTo>
                    <a:pt x="5322" y="1227"/>
                  </a:lnTo>
                  <a:lnTo>
                    <a:pt x="5620" y="929"/>
                  </a:lnTo>
                  <a:lnTo>
                    <a:pt x="5715" y="1024"/>
                  </a:lnTo>
                  <a:lnTo>
                    <a:pt x="5418" y="1322"/>
                  </a:lnTo>
                  <a:lnTo>
                    <a:pt x="5406" y="1334"/>
                  </a:lnTo>
                  <a:cubicBezTo>
                    <a:pt x="5322" y="1393"/>
                    <a:pt x="5322" y="1500"/>
                    <a:pt x="5370" y="1572"/>
                  </a:cubicBezTo>
                  <a:cubicBezTo>
                    <a:pt x="5537" y="1798"/>
                    <a:pt x="5632" y="2048"/>
                    <a:pt x="5679" y="2310"/>
                  </a:cubicBezTo>
                  <a:cubicBezTo>
                    <a:pt x="5703" y="2405"/>
                    <a:pt x="5775" y="2465"/>
                    <a:pt x="5858" y="2465"/>
                  </a:cubicBezTo>
                  <a:lnTo>
                    <a:pt x="6311" y="2465"/>
                  </a:lnTo>
                  <a:lnTo>
                    <a:pt x="6311" y="2572"/>
                  </a:lnTo>
                  <a:lnTo>
                    <a:pt x="5846" y="2572"/>
                  </a:lnTo>
                  <a:cubicBezTo>
                    <a:pt x="5763" y="2572"/>
                    <a:pt x="5679" y="2631"/>
                    <a:pt x="5668" y="2715"/>
                  </a:cubicBezTo>
                  <a:cubicBezTo>
                    <a:pt x="5632" y="2989"/>
                    <a:pt x="5525" y="3239"/>
                    <a:pt x="5358" y="3465"/>
                  </a:cubicBezTo>
                  <a:cubicBezTo>
                    <a:pt x="5298" y="3536"/>
                    <a:pt x="5310" y="3643"/>
                    <a:pt x="5382" y="3703"/>
                  </a:cubicBezTo>
                  <a:lnTo>
                    <a:pt x="5406" y="3715"/>
                  </a:lnTo>
                  <a:lnTo>
                    <a:pt x="5715" y="4024"/>
                  </a:lnTo>
                  <a:lnTo>
                    <a:pt x="5620" y="4120"/>
                  </a:lnTo>
                  <a:lnTo>
                    <a:pt x="5310" y="3798"/>
                  </a:lnTo>
                  <a:cubicBezTo>
                    <a:pt x="5310" y="3798"/>
                    <a:pt x="5310" y="3786"/>
                    <a:pt x="5298" y="3786"/>
                  </a:cubicBezTo>
                  <a:cubicBezTo>
                    <a:pt x="5266" y="3747"/>
                    <a:pt x="5218" y="3729"/>
                    <a:pt x="5171" y="3729"/>
                  </a:cubicBezTo>
                  <a:cubicBezTo>
                    <a:pt x="5132" y="3729"/>
                    <a:pt x="5092" y="3741"/>
                    <a:pt x="5060" y="3763"/>
                  </a:cubicBezTo>
                  <a:cubicBezTo>
                    <a:pt x="4846" y="3917"/>
                    <a:pt x="4584" y="4024"/>
                    <a:pt x="4310" y="4072"/>
                  </a:cubicBezTo>
                  <a:cubicBezTo>
                    <a:pt x="4227" y="4084"/>
                    <a:pt x="4167" y="4155"/>
                    <a:pt x="4167" y="4251"/>
                  </a:cubicBezTo>
                  <a:lnTo>
                    <a:pt x="4167" y="4263"/>
                  </a:lnTo>
                  <a:lnTo>
                    <a:pt x="4167" y="4715"/>
                  </a:lnTo>
                  <a:lnTo>
                    <a:pt x="4060" y="4715"/>
                  </a:lnTo>
                  <a:lnTo>
                    <a:pt x="4060" y="4275"/>
                  </a:lnTo>
                  <a:lnTo>
                    <a:pt x="4060" y="4263"/>
                  </a:lnTo>
                  <a:cubicBezTo>
                    <a:pt x="4060" y="4179"/>
                    <a:pt x="4001" y="4096"/>
                    <a:pt x="3917" y="4084"/>
                  </a:cubicBezTo>
                  <a:cubicBezTo>
                    <a:pt x="3644" y="4060"/>
                    <a:pt x="3393" y="3941"/>
                    <a:pt x="3167" y="3774"/>
                  </a:cubicBezTo>
                  <a:cubicBezTo>
                    <a:pt x="3136" y="3749"/>
                    <a:pt x="3099" y="3736"/>
                    <a:pt x="3061" y="3736"/>
                  </a:cubicBezTo>
                  <a:cubicBezTo>
                    <a:pt x="3012" y="3736"/>
                    <a:pt x="2963" y="3758"/>
                    <a:pt x="2929" y="3798"/>
                  </a:cubicBezTo>
                  <a:cubicBezTo>
                    <a:pt x="2929" y="3798"/>
                    <a:pt x="2929" y="3822"/>
                    <a:pt x="2917" y="3822"/>
                  </a:cubicBezTo>
                  <a:lnTo>
                    <a:pt x="2608" y="4132"/>
                  </a:lnTo>
                  <a:lnTo>
                    <a:pt x="2512" y="4036"/>
                  </a:lnTo>
                  <a:lnTo>
                    <a:pt x="2810" y="3739"/>
                  </a:lnTo>
                  <a:lnTo>
                    <a:pt x="2822" y="3727"/>
                  </a:lnTo>
                  <a:cubicBezTo>
                    <a:pt x="2822" y="3727"/>
                    <a:pt x="2846" y="3727"/>
                    <a:pt x="2846" y="3715"/>
                  </a:cubicBezTo>
                  <a:cubicBezTo>
                    <a:pt x="2917" y="3655"/>
                    <a:pt x="2917" y="3548"/>
                    <a:pt x="2870" y="3477"/>
                  </a:cubicBezTo>
                  <a:cubicBezTo>
                    <a:pt x="2703" y="3262"/>
                    <a:pt x="2608" y="3001"/>
                    <a:pt x="2560" y="2727"/>
                  </a:cubicBezTo>
                  <a:cubicBezTo>
                    <a:pt x="2548" y="2643"/>
                    <a:pt x="2465" y="2584"/>
                    <a:pt x="2381" y="2584"/>
                  </a:cubicBezTo>
                  <a:lnTo>
                    <a:pt x="1929" y="2584"/>
                  </a:lnTo>
                  <a:lnTo>
                    <a:pt x="1929" y="2465"/>
                  </a:lnTo>
                  <a:lnTo>
                    <a:pt x="2381" y="2465"/>
                  </a:lnTo>
                  <a:cubicBezTo>
                    <a:pt x="2465" y="2465"/>
                    <a:pt x="2548" y="2405"/>
                    <a:pt x="2560" y="2310"/>
                  </a:cubicBezTo>
                  <a:cubicBezTo>
                    <a:pt x="2584" y="2048"/>
                    <a:pt x="2703" y="1798"/>
                    <a:pt x="2870" y="1572"/>
                  </a:cubicBezTo>
                  <a:cubicBezTo>
                    <a:pt x="2929" y="1500"/>
                    <a:pt x="2917" y="1393"/>
                    <a:pt x="2846" y="1334"/>
                  </a:cubicBezTo>
                  <a:lnTo>
                    <a:pt x="2822" y="1322"/>
                  </a:lnTo>
                  <a:lnTo>
                    <a:pt x="2524" y="1024"/>
                  </a:lnTo>
                  <a:lnTo>
                    <a:pt x="2620" y="929"/>
                  </a:lnTo>
                  <a:lnTo>
                    <a:pt x="2917" y="1227"/>
                  </a:lnTo>
                  <a:lnTo>
                    <a:pt x="2929" y="1238"/>
                  </a:lnTo>
                  <a:cubicBezTo>
                    <a:pt x="2963" y="1286"/>
                    <a:pt x="3012" y="1306"/>
                    <a:pt x="3062" y="1306"/>
                  </a:cubicBezTo>
                  <a:cubicBezTo>
                    <a:pt x="3099" y="1306"/>
                    <a:pt x="3137" y="1295"/>
                    <a:pt x="3167" y="1274"/>
                  </a:cubicBezTo>
                  <a:cubicBezTo>
                    <a:pt x="3393" y="1107"/>
                    <a:pt x="3644" y="1000"/>
                    <a:pt x="3917" y="953"/>
                  </a:cubicBezTo>
                  <a:cubicBezTo>
                    <a:pt x="4001" y="941"/>
                    <a:pt x="4060" y="869"/>
                    <a:pt x="4060" y="774"/>
                  </a:cubicBezTo>
                  <a:lnTo>
                    <a:pt x="4060" y="762"/>
                  </a:lnTo>
                  <a:lnTo>
                    <a:pt x="4060" y="334"/>
                  </a:lnTo>
                  <a:close/>
                  <a:moveTo>
                    <a:pt x="3894" y="0"/>
                  </a:moveTo>
                  <a:cubicBezTo>
                    <a:pt x="3810" y="0"/>
                    <a:pt x="3739" y="84"/>
                    <a:pt x="3739" y="167"/>
                  </a:cubicBezTo>
                  <a:lnTo>
                    <a:pt x="3739" y="667"/>
                  </a:lnTo>
                  <a:cubicBezTo>
                    <a:pt x="3513" y="703"/>
                    <a:pt x="3298" y="798"/>
                    <a:pt x="3108" y="929"/>
                  </a:cubicBezTo>
                  <a:lnTo>
                    <a:pt x="2762" y="584"/>
                  </a:lnTo>
                  <a:cubicBezTo>
                    <a:pt x="2733" y="554"/>
                    <a:pt x="2688" y="539"/>
                    <a:pt x="2643" y="539"/>
                  </a:cubicBezTo>
                  <a:cubicBezTo>
                    <a:pt x="2599" y="539"/>
                    <a:pt x="2554" y="554"/>
                    <a:pt x="2524" y="584"/>
                  </a:cubicBezTo>
                  <a:lnTo>
                    <a:pt x="2203" y="917"/>
                  </a:lnTo>
                  <a:cubicBezTo>
                    <a:pt x="2167" y="941"/>
                    <a:pt x="2155" y="988"/>
                    <a:pt x="2155" y="1036"/>
                  </a:cubicBezTo>
                  <a:cubicBezTo>
                    <a:pt x="2155" y="1084"/>
                    <a:pt x="2167" y="1119"/>
                    <a:pt x="2203" y="1155"/>
                  </a:cubicBezTo>
                  <a:lnTo>
                    <a:pt x="2536" y="1500"/>
                  </a:lnTo>
                  <a:cubicBezTo>
                    <a:pt x="2417" y="1691"/>
                    <a:pt x="2334" y="1893"/>
                    <a:pt x="2274" y="2119"/>
                  </a:cubicBezTo>
                  <a:lnTo>
                    <a:pt x="1786" y="2119"/>
                  </a:lnTo>
                  <a:cubicBezTo>
                    <a:pt x="1691" y="2119"/>
                    <a:pt x="1619" y="2191"/>
                    <a:pt x="1619" y="2286"/>
                  </a:cubicBezTo>
                  <a:lnTo>
                    <a:pt x="1619" y="2751"/>
                  </a:lnTo>
                  <a:cubicBezTo>
                    <a:pt x="1619" y="2834"/>
                    <a:pt x="1691" y="2905"/>
                    <a:pt x="1786" y="2905"/>
                  </a:cubicBezTo>
                  <a:lnTo>
                    <a:pt x="2274" y="2905"/>
                  </a:lnTo>
                  <a:cubicBezTo>
                    <a:pt x="2322" y="3084"/>
                    <a:pt x="2381" y="3251"/>
                    <a:pt x="2465" y="3417"/>
                  </a:cubicBezTo>
                  <a:lnTo>
                    <a:pt x="1084" y="3417"/>
                  </a:lnTo>
                  <a:cubicBezTo>
                    <a:pt x="988" y="3417"/>
                    <a:pt x="917" y="3489"/>
                    <a:pt x="917" y="3584"/>
                  </a:cubicBezTo>
                  <a:cubicBezTo>
                    <a:pt x="917" y="3667"/>
                    <a:pt x="988" y="3739"/>
                    <a:pt x="1084" y="3739"/>
                  </a:cubicBezTo>
                  <a:lnTo>
                    <a:pt x="2334" y="3739"/>
                  </a:lnTo>
                  <a:lnTo>
                    <a:pt x="2203" y="3882"/>
                  </a:lnTo>
                  <a:cubicBezTo>
                    <a:pt x="2143" y="3941"/>
                    <a:pt x="2143" y="4060"/>
                    <a:pt x="2203" y="4120"/>
                  </a:cubicBezTo>
                  <a:lnTo>
                    <a:pt x="2524" y="4441"/>
                  </a:lnTo>
                  <a:cubicBezTo>
                    <a:pt x="2560" y="4477"/>
                    <a:pt x="2608" y="4489"/>
                    <a:pt x="2643" y="4489"/>
                  </a:cubicBezTo>
                  <a:cubicBezTo>
                    <a:pt x="2691" y="4489"/>
                    <a:pt x="2739" y="4477"/>
                    <a:pt x="2762" y="4441"/>
                  </a:cubicBezTo>
                  <a:lnTo>
                    <a:pt x="3108" y="4096"/>
                  </a:lnTo>
                  <a:cubicBezTo>
                    <a:pt x="3286" y="4215"/>
                    <a:pt x="3489" y="4310"/>
                    <a:pt x="3703" y="4358"/>
                  </a:cubicBezTo>
                  <a:lnTo>
                    <a:pt x="3703" y="4370"/>
                  </a:lnTo>
                  <a:lnTo>
                    <a:pt x="3703" y="5144"/>
                  </a:lnTo>
                  <a:lnTo>
                    <a:pt x="155" y="5144"/>
                  </a:lnTo>
                  <a:cubicBezTo>
                    <a:pt x="72" y="5144"/>
                    <a:pt x="0" y="5215"/>
                    <a:pt x="0" y="5310"/>
                  </a:cubicBezTo>
                  <a:cubicBezTo>
                    <a:pt x="0" y="5394"/>
                    <a:pt x="72" y="5465"/>
                    <a:pt x="155" y="5465"/>
                  </a:cubicBezTo>
                  <a:lnTo>
                    <a:pt x="4417" y="5465"/>
                  </a:lnTo>
                  <a:lnTo>
                    <a:pt x="4120" y="7037"/>
                  </a:lnTo>
                  <a:cubicBezTo>
                    <a:pt x="4108" y="7120"/>
                    <a:pt x="4167" y="7215"/>
                    <a:pt x="4251" y="7227"/>
                  </a:cubicBezTo>
                  <a:lnTo>
                    <a:pt x="4286" y="7227"/>
                  </a:lnTo>
                  <a:cubicBezTo>
                    <a:pt x="4358" y="7227"/>
                    <a:pt x="4429" y="7168"/>
                    <a:pt x="4441" y="7096"/>
                  </a:cubicBezTo>
                  <a:lnTo>
                    <a:pt x="4787" y="5322"/>
                  </a:lnTo>
                  <a:cubicBezTo>
                    <a:pt x="4798" y="5275"/>
                    <a:pt x="4787" y="5215"/>
                    <a:pt x="4763" y="5191"/>
                  </a:cubicBezTo>
                  <a:cubicBezTo>
                    <a:pt x="4727" y="5144"/>
                    <a:pt x="4679" y="5132"/>
                    <a:pt x="4620" y="5132"/>
                  </a:cubicBezTo>
                  <a:lnTo>
                    <a:pt x="4048" y="5132"/>
                  </a:lnTo>
                  <a:lnTo>
                    <a:pt x="4048" y="5013"/>
                  </a:lnTo>
                  <a:lnTo>
                    <a:pt x="4370" y="5013"/>
                  </a:lnTo>
                  <a:cubicBezTo>
                    <a:pt x="4465" y="5013"/>
                    <a:pt x="4536" y="4929"/>
                    <a:pt x="4536" y="4846"/>
                  </a:cubicBezTo>
                  <a:lnTo>
                    <a:pt x="4536" y="4358"/>
                  </a:lnTo>
                  <a:cubicBezTo>
                    <a:pt x="4763" y="4310"/>
                    <a:pt x="4965" y="4215"/>
                    <a:pt x="5168" y="4084"/>
                  </a:cubicBezTo>
                  <a:lnTo>
                    <a:pt x="5501" y="4429"/>
                  </a:lnTo>
                  <a:cubicBezTo>
                    <a:pt x="5537" y="4453"/>
                    <a:pt x="5584" y="4477"/>
                    <a:pt x="5620" y="4477"/>
                  </a:cubicBezTo>
                  <a:cubicBezTo>
                    <a:pt x="5668" y="4477"/>
                    <a:pt x="5715" y="4453"/>
                    <a:pt x="5739" y="4429"/>
                  </a:cubicBezTo>
                  <a:lnTo>
                    <a:pt x="6072" y="4096"/>
                  </a:lnTo>
                  <a:cubicBezTo>
                    <a:pt x="6096" y="4072"/>
                    <a:pt x="6108" y="4024"/>
                    <a:pt x="6108" y="3977"/>
                  </a:cubicBezTo>
                  <a:cubicBezTo>
                    <a:pt x="6108" y="3941"/>
                    <a:pt x="6096" y="3894"/>
                    <a:pt x="6072" y="3858"/>
                  </a:cubicBezTo>
                  <a:lnTo>
                    <a:pt x="5727" y="3524"/>
                  </a:lnTo>
                  <a:cubicBezTo>
                    <a:pt x="5846" y="3322"/>
                    <a:pt x="5930" y="3120"/>
                    <a:pt x="5989" y="2893"/>
                  </a:cubicBezTo>
                  <a:lnTo>
                    <a:pt x="6489" y="2893"/>
                  </a:lnTo>
                  <a:cubicBezTo>
                    <a:pt x="6572" y="2893"/>
                    <a:pt x="6644" y="2822"/>
                    <a:pt x="6644" y="2727"/>
                  </a:cubicBezTo>
                  <a:lnTo>
                    <a:pt x="6644" y="2274"/>
                  </a:lnTo>
                  <a:cubicBezTo>
                    <a:pt x="6632" y="2191"/>
                    <a:pt x="6561" y="2119"/>
                    <a:pt x="6477" y="2119"/>
                  </a:cubicBezTo>
                  <a:lnTo>
                    <a:pt x="5977" y="2119"/>
                  </a:lnTo>
                  <a:cubicBezTo>
                    <a:pt x="5941" y="1893"/>
                    <a:pt x="5846" y="1691"/>
                    <a:pt x="5715" y="1500"/>
                  </a:cubicBezTo>
                  <a:lnTo>
                    <a:pt x="6060" y="1155"/>
                  </a:lnTo>
                  <a:cubicBezTo>
                    <a:pt x="6084" y="1119"/>
                    <a:pt x="6096" y="1084"/>
                    <a:pt x="6096" y="1036"/>
                  </a:cubicBezTo>
                  <a:cubicBezTo>
                    <a:pt x="6096" y="988"/>
                    <a:pt x="6084" y="941"/>
                    <a:pt x="6060" y="917"/>
                  </a:cubicBezTo>
                  <a:lnTo>
                    <a:pt x="5727" y="584"/>
                  </a:lnTo>
                  <a:cubicBezTo>
                    <a:pt x="5697" y="554"/>
                    <a:pt x="5653" y="539"/>
                    <a:pt x="5608" y="539"/>
                  </a:cubicBezTo>
                  <a:cubicBezTo>
                    <a:pt x="5563" y="539"/>
                    <a:pt x="5519" y="554"/>
                    <a:pt x="5489" y="584"/>
                  </a:cubicBezTo>
                  <a:lnTo>
                    <a:pt x="5144" y="929"/>
                  </a:lnTo>
                  <a:cubicBezTo>
                    <a:pt x="4953" y="810"/>
                    <a:pt x="4751" y="726"/>
                    <a:pt x="4525" y="667"/>
                  </a:cubicBezTo>
                  <a:lnTo>
                    <a:pt x="4525" y="167"/>
                  </a:lnTo>
                  <a:cubicBezTo>
                    <a:pt x="4525" y="84"/>
                    <a:pt x="4453" y="0"/>
                    <a:pt x="435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16" name="Google Shape;10412;p61"/>
            <p:cNvSpPr/>
            <p:nvPr/>
          </p:nvSpPr>
          <p:spPr>
            <a:xfrm>
              <a:off x="3772951" y="2050907"/>
              <a:ext cx="73973" cy="73593"/>
            </a:xfrm>
            <a:custGeom>
              <a:avLst/>
              <a:gdLst/>
              <a:ahLst/>
              <a:cxnLst/>
              <a:rect l="l" t="t" r="r" b="b"/>
              <a:pathLst>
                <a:path w="2335" h="2323" extrusionOk="0">
                  <a:moveTo>
                    <a:pt x="1156" y="322"/>
                  </a:moveTo>
                  <a:cubicBezTo>
                    <a:pt x="1620" y="322"/>
                    <a:pt x="1989" y="703"/>
                    <a:pt x="1989" y="1167"/>
                  </a:cubicBezTo>
                  <a:cubicBezTo>
                    <a:pt x="1989" y="1620"/>
                    <a:pt x="1620" y="2001"/>
                    <a:pt x="1156" y="2001"/>
                  </a:cubicBezTo>
                  <a:cubicBezTo>
                    <a:pt x="691" y="2001"/>
                    <a:pt x="322" y="1620"/>
                    <a:pt x="322" y="1167"/>
                  </a:cubicBezTo>
                  <a:cubicBezTo>
                    <a:pt x="322" y="703"/>
                    <a:pt x="691" y="322"/>
                    <a:pt x="1156" y="322"/>
                  </a:cubicBezTo>
                  <a:close/>
                  <a:moveTo>
                    <a:pt x="1156" y="1"/>
                  </a:moveTo>
                  <a:cubicBezTo>
                    <a:pt x="513" y="1"/>
                    <a:pt x="1" y="524"/>
                    <a:pt x="1" y="1167"/>
                  </a:cubicBezTo>
                  <a:cubicBezTo>
                    <a:pt x="1" y="1798"/>
                    <a:pt x="513" y="2322"/>
                    <a:pt x="1156" y="2322"/>
                  </a:cubicBezTo>
                  <a:cubicBezTo>
                    <a:pt x="1799" y="2322"/>
                    <a:pt x="2323" y="1798"/>
                    <a:pt x="2323" y="1167"/>
                  </a:cubicBezTo>
                  <a:cubicBezTo>
                    <a:pt x="2334" y="524"/>
                    <a:pt x="1811" y="1"/>
                    <a:pt x="115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17" name="Google Shape;10413;p61"/>
            <p:cNvSpPr/>
            <p:nvPr/>
          </p:nvSpPr>
          <p:spPr>
            <a:xfrm>
              <a:off x="3790312" y="2069028"/>
              <a:ext cx="38491" cy="38491"/>
            </a:xfrm>
            <a:custGeom>
              <a:avLst/>
              <a:gdLst/>
              <a:ahLst/>
              <a:cxnLst/>
              <a:rect l="l" t="t" r="r" b="b"/>
              <a:pathLst>
                <a:path w="1215" h="1215" extrusionOk="0">
                  <a:moveTo>
                    <a:pt x="608" y="322"/>
                  </a:moveTo>
                  <a:cubicBezTo>
                    <a:pt x="763" y="322"/>
                    <a:pt x="882" y="441"/>
                    <a:pt x="882" y="595"/>
                  </a:cubicBezTo>
                  <a:cubicBezTo>
                    <a:pt x="882" y="738"/>
                    <a:pt x="763" y="857"/>
                    <a:pt x="608" y="857"/>
                  </a:cubicBezTo>
                  <a:cubicBezTo>
                    <a:pt x="465" y="857"/>
                    <a:pt x="346" y="738"/>
                    <a:pt x="346" y="595"/>
                  </a:cubicBezTo>
                  <a:cubicBezTo>
                    <a:pt x="346" y="441"/>
                    <a:pt x="465" y="322"/>
                    <a:pt x="608" y="322"/>
                  </a:cubicBezTo>
                  <a:close/>
                  <a:moveTo>
                    <a:pt x="608" y="0"/>
                  </a:moveTo>
                  <a:cubicBezTo>
                    <a:pt x="286" y="0"/>
                    <a:pt x="1" y="262"/>
                    <a:pt x="1" y="607"/>
                  </a:cubicBezTo>
                  <a:cubicBezTo>
                    <a:pt x="1" y="929"/>
                    <a:pt x="262" y="1215"/>
                    <a:pt x="608" y="1215"/>
                  </a:cubicBezTo>
                  <a:cubicBezTo>
                    <a:pt x="941" y="1215"/>
                    <a:pt x="1215" y="953"/>
                    <a:pt x="1215" y="607"/>
                  </a:cubicBezTo>
                  <a:cubicBezTo>
                    <a:pt x="1215" y="262"/>
                    <a:pt x="953" y="0"/>
                    <a:pt x="60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18" name="Google Shape;10414;p61"/>
            <p:cNvSpPr/>
            <p:nvPr/>
          </p:nvSpPr>
          <p:spPr>
            <a:xfrm>
              <a:off x="3522521" y="2081447"/>
              <a:ext cx="294212" cy="225688"/>
            </a:xfrm>
            <a:custGeom>
              <a:avLst/>
              <a:gdLst/>
              <a:ahLst/>
              <a:cxnLst/>
              <a:rect l="l" t="t" r="r" b="b"/>
              <a:pathLst>
                <a:path w="9287" h="7124" extrusionOk="0">
                  <a:moveTo>
                    <a:pt x="155" y="1"/>
                  </a:moveTo>
                  <a:cubicBezTo>
                    <a:pt x="72" y="1"/>
                    <a:pt x="0" y="72"/>
                    <a:pt x="0" y="168"/>
                  </a:cubicBezTo>
                  <a:lnTo>
                    <a:pt x="0" y="6954"/>
                  </a:lnTo>
                  <a:cubicBezTo>
                    <a:pt x="0" y="7121"/>
                    <a:pt x="143" y="7121"/>
                    <a:pt x="262" y="7121"/>
                  </a:cubicBezTo>
                  <a:cubicBezTo>
                    <a:pt x="351" y="7121"/>
                    <a:pt x="2483" y="7124"/>
                    <a:pt x="4603" y="7124"/>
                  </a:cubicBezTo>
                  <a:cubicBezTo>
                    <a:pt x="6724" y="7124"/>
                    <a:pt x="8835" y="7121"/>
                    <a:pt x="8882" y="7109"/>
                  </a:cubicBezTo>
                  <a:cubicBezTo>
                    <a:pt x="8942" y="7085"/>
                    <a:pt x="8989" y="7026"/>
                    <a:pt x="9001" y="6966"/>
                  </a:cubicBezTo>
                  <a:lnTo>
                    <a:pt x="9287" y="5466"/>
                  </a:lnTo>
                  <a:cubicBezTo>
                    <a:pt x="9275" y="5395"/>
                    <a:pt x="9216" y="5299"/>
                    <a:pt x="9120" y="5287"/>
                  </a:cubicBezTo>
                  <a:cubicBezTo>
                    <a:pt x="9113" y="5286"/>
                    <a:pt x="9106" y="5286"/>
                    <a:pt x="9099" y="5286"/>
                  </a:cubicBezTo>
                  <a:cubicBezTo>
                    <a:pt x="9021" y="5286"/>
                    <a:pt x="8941" y="5342"/>
                    <a:pt x="8930" y="5418"/>
                  </a:cubicBezTo>
                  <a:lnTo>
                    <a:pt x="8680" y="6788"/>
                  </a:lnTo>
                  <a:lnTo>
                    <a:pt x="357" y="6788"/>
                  </a:lnTo>
                  <a:lnTo>
                    <a:pt x="1036" y="3192"/>
                  </a:lnTo>
                  <a:lnTo>
                    <a:pt x="4429" y="3192"/>
                  </a:lnTo>
                  <a:cubicBezTo>
                    <a:pt x="4524" y="3192"/>
                    <a:pt x="4596" y="3120"/>
                    <a:pt x="4596" y="3025"/>
                  </a:cubicBezTo>
                  <a:cubicBezTo>
                    <a:pt x="4596" y="2930"/>
                    <a:pt x="4524" y="2858"/>
                    <a:pt x="4429" y="2858"/>
                  </a:cubicBezTo>
                  <a:lnTo>
                    <a:pt x="905" y="2858"/>
                  </a:lnTo>
                  <a:cubicBezTo>
                    <a:pt x="834" y="2858"/>
                    <a:pt x="750" y="2918"/>
                    <a:pt x="738" y="2989"/>
                  </a:cubicBezTo>
                  <a:lnTo>
                    <a:pt x="322" y="5168"/>
                  </a:lnTo>
                  <a:lnTo>
                    <a:pt x="322" y="334"/>
                  </a:lnTo>
                  <a:lnTo>
                    <a:pt x="2453" y="334"/>
                  </a:lnTo>
                  <a:lnTo>
                    <a:pt x="3536" y="1418"/>
                  </a:lnTo>
                  <a:cubicBezTo>
                    <a:pt x="3572" y="1442"/>
                    <a:pt x="3608" y="1465"/>
                    <a:pt x="3655" y="1465"/>
                  </a:cubicBezTo>
                  <a:lnTo>
                    <a:pt x="5358" y="1465"/>
                  </a:lnTo>
                  <a:cubicBezTo>
                    <a:pt x="5441" y="1465"/>
                    <a:pt x="5513" y="1394"/>
                    <a:pt x="5513" y="1299"/>
                  </a:cubicBezTo>
                  <a:cubicBezTo>
                    <a:pt x="5513" y="1204"/>
                    <a:pt x="5441" y="1132"/>
                    <a:pt x="5358" y="1132"/>
                  </a:cubicBezTo>
                  <a:lnTo>
                    <a:pt x="3727" y="1132"/>
                  </a:lnTo>
                  <a:lnTo>
                    <a:pt x="2643" y="49"/>
                  </a:lnTo>
                  <a:cubicBezTo>
                    <a:pt x="2619" y="13"/>
                    <a:pt x="2572" y="1"/>
                    <a:pt x="252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19" name="Google Shape;10415;p61"/>
            <p:cNvSpPr/>
            <p:nvPr/>
          </p:nvSpPr>
          <p:spPr>
            <a:xfrm>
              <a:off x="3810682" y="2248812"/>
              <a:ext cx="1774" cy="253"/>
            </a:xfrm>
            <a:custGeom>
              <a:avLst/>
              <a:gdLst/>
              <a:ahLst/>
              <a:cxnLst/>
              <a:rect l="l" t="t" r="r" b="b"/>
              <a:pathLst>
                <a:path w="56" h="8" extrusionOk="0">
                  <a:moveTo>
                    <a:pt x="1" y="1"/>
                  </a:moveTo>
                  <a:cubicBezTo>
                    <a:pt x="1" y="1"/>
                    <a:pt x="7" y="2"/>
                    <a:pt x="24" y="4"/>
                  </a:cubicBezTo>
                  <a:cubicBezTo>
                    <a:pt x="44" y="7"/>
                    <a:pt x="52" y="8"/>
                    <a:pt x="53" y="8"/>
                  </a:cubicBezTo>
                  <a:cubicBezTo>
                    <a:pt x="55" y="8"/>
                    <a:pt x="3" y="1"/>
                    <a:pt x="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</p:grpSp>
      <p:grpSp>
        <p:nvGrpSpPr>
          <p:cNvPr id="120" name="Google Shape;10678;p62"/>
          <p:cNvGrpSpPr/>
          <p:nvPr/>
        </p:nvGrpSpPr>
        <p:grpSpPr>
          <a:xfrm>
            <a:off x="2119519" y="1555830"/>
            <a:ext cx="113639" cy="373168"/>
            <a:chOff x="2347450" y="1954564"/>
            <a:chExt cx="113639" cy="373168"/>
          </a:xfrm>
        </p:grpSpPr>
        <p:sp>
          <p:nvSpPr>
            <p:cNvPr id="121" name="Google Shape;10679;p62"/>
            <p:cNvSpPr/>
            <p:nvPr/>
          </p:nvSpPr>
          <p:spPr>
            <a:xfrm>
              <a:off x="2347450" y="1954564"/>
              <a:ext cx="89022" cy="261819"/>
            </a:xfrm>
            <a:custGeom>
              <a:avLst/>
              <a:gdLst/>
              <a:ahLst/>
              <a:cxnLst/>
              <a:rect l="l" t="t" r="r" b="b"/>
              <a:pathLst>
                <a:path w="2799" h="8232" extrusionOk="0">
                  <a:moveTo>
                    <a:pt x="1799" y="0"/>
                  </a:moveTo>
                  <a:cubicBezTo>
                    <a:pt x="1610" y="0"/>
                    <a:pt x="1422" y="78"/>
                    <a:pt x="1286" y="231"/>
                  </a:cubicBezTo>
                  <a:lnTo>
                    <a:pt x="786" y="814"/>
                  </a:lnTo>
                  <a:cubicBezTo>
                    <a:pt x="274" y="1386"/>
                    <a:pt x="1" y="2124"/>
                    <a:pt x="1" y="2898"/>
                  </a:cubicBezTo>
                  <a:lnTo>
                    <a:pt x="1" y="4874"/>
                  </a:lnTo>
                  <a:cubicBezTo>
                    <a:pt x="1" y="5077"/>
                    <a:pt x="394" y="5124"/>
                    <a:pt x="394" y="5434"/>
                  </a:cubicBezTo>
                  <a:cubicBezTo>
                    <a:pt x="394" y="5636"/>
                    <a:pt x="239" y="5708"/>
                    <a:pt x="60" y="5934"/>
                  </a:cubicBezTo>
                  <a:cubicBezTo>
                    <a:pt x="24" y="5958"/>
                    <a:pt x="13" y="6005"/>
                    <a:pt x="13" y="6053"/>
                  </a:cubicBezTo>
                  <a:lnTo>
                    <a:pt x="13" y="7279"/>
                  </a:lnTo>
                  <a:cubicBezTo>
                    <a:pt x="13" y="7577"/>
                    <a:pt x="72" y="7863"/>
                    <a:pt x="191" y="8137"/>
                  </a:cubicBezTo>
                  <a:cubicBezTo>
                    <a:pt x="215" y="8196"/>
                    <a:pt x="274" y="8232"/>
                    <a:pt x="358" y="8232"/>
                  </a:cubicBezTo>
                  <a:cubicBezTo>
                    <a:pt x="477" y="8232"/>
                    <a:pt x="560" y="8101"/>
                    <a:pt x="513" y="7982"/>
                  </a:cubicBezTo>
                  <a:cubicBezTo>
                    <a:pt x="417" y="7756"/>
                    <a:pt x="394" y="7089"/>
                    <a:pt x="370" y="6113"/>
                  </a:cubicBezTo>
                  <a:cubicBezTo>
                    <a:pt x="489" y="5958"/>
                    <a:pt x="775" y="5815"/>
                    <a:pt x="775" y="5422"/>
                  </a:cubicBezTo>
                  <a:cubicBezTo>
                    <a:pt x="775" y="5005"/>
                    <a:pt x="441" y="4839"/>
                    <a:pt x="370" y="4779"/>
                  </a:cubicBezTo>
                  <a:lnTo>
                    <a:pt x="370" y="2874"/>
                  </a:lnTo>
                  <a:cubicBezTo>
                    <a:pt x="370" y="2195"/>
                    <a:pt x="620" y="1541"/>
                    <a:pt x="1072" y="1029"/>
                  </a:cubicBezTo>
                  <a:lnTo>
                    <a:pt x="1572" y="457"/>
                  </a:lnTo>
                  <a:cubicBezTo>
                    <a:pt x="1636" y="381"/>
                    <a:pt x="1727" y="343"/>
                    <a:pt x="1816" y="343"/>
                  </a:cubicBezTo>
                  <a:cubicBezTo>
                    <a:pt x="1908" y="343"/>
                    <a:pt x="2000" y="384"/>
                    <a:pt x="2060" y="469"/>
                  </a:cubicBezTo>
                  <a:lnTo>
                    <a:pt x="2477" y="969"/>
                  </a:lnTo>
                  <a:cubicBezTo>
                    <a:pt x="2512" y="1018"/>
                    <a:pt x="2567" y="1042"/>
                    <a:pt x="2623" y="1042"/>
                  </a:cubicBezTo>
                  <a:cubicBezTo>
                    <a:pt x="2663" y="1042"/>
                    <a:pt x="2704" y="1030"/>
                    <a:pt x="2739" y="1005"/>
                  </a:cubicBezTo>
                  <a:cubicBezTo>
                    <a:pt x="2799" y="933"/>
                    <a:pt x="2799" y="826"/>
                    <a:pt x="2739" y="755"/>
                  </a:cubicBezTo>
                  <a:lnTo>
                    <a:pt x="2322" y="243"/>
                  </a:lnTo>
                  <a:cubicBezTo>
                    <a:pt x="2184" y="81"/>
                    <a:pt x="1991" y="0"/>
                    <a:pt x="179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22" name="Google Shape;10680;p62"/>
            <p:cNvSpPr/>
            <p:nvPr/>
          </p:nvSpPr>
          <p:spPr>
            <a:xfrm>
              <a:off x="2362970" y="1994352"/>
              <a:ext cx="98118" cy="333380"/>
            </a:xfrm>
            <a:custGeom>
              <a:avLst/>
              <a:gdLst/>
              <a:ahLst/>
              <a:cxnLst/>
              <a:rect l="l" t="t" r="r" b="b"/>
              <a:pathLst>
                <a:path w="3085" h="10482" extrusionOk="0">
                  <a:moveTo>
                    <a:pt x="2488" y="0"/>
                  </a:moveTo>
                  <a:cubicBezTo>
                    <a:pt x="2461" y="0"/>
                    <a:pt x="2434" y="5"/>
                    <a:pt x="2406" y="16"/>
                  </a:cubicBezTo>
                  <a:cubicBezTo>
                    <a:pt x="2322" y="63"/>
                    <a:pt x="2287" y="171"/>
                    <a:pt x="2334" y="254"/>
                  </a:cubicBezTo>
                  <a:cubicBezTo>
                    <a:pt x="2703" y="1004"/>
                    <a:pt x="2620" y="1623"/>
                    <a:pt x="2632" y="1742"/>
                  </a:cubicBezTo>
                  <a:lnTo>
                    <a:pt x="2227" y="2159"/>
                  </a:lnTo>
                  <a:cubicBezTo>
                    <a:pt x="1965" y="2445"/>
                    <a:pt x="1989" y="2909"/>
                    <a:pt x="2287" y="3147"/>
                  </a:cubicBezTo>
                  <a:lnTo>
                    <a:pt x="2632" y="3433"/>
                  </a:lnTo>
                  <a:lnTo>
                    <a:pt x="2632" y="5957"/>
                  </a:lnTo>
                  <a:cubicBezTo>
                    <a:pt x="2632" y="6326"/>
                    <a:pt x="2513" y="6683"/>
                    <a:pt x="2287" y="6981"/>
                  </a:cubicBezTo>
                  <a:lnTo>
                    <a:pt x="1406" y="8172"/>
                  </a:lnTo>
                  <a:lnTo>
                    <a:pt x="1406" y="4171"/>
                  </a:lnTo>
                  <a:lnTo>
                    <a:pt x="2203" y="3588"/>
                  </a:lnTo>
                  <a:cubicBezTo>
                    <a:pt x="2275" y="3528"/>
                    <a:pt x="2287" y="3433"/>
                    <a:pt x="2251" y="3350"/>
                  </a:cubicBezTo>
                  <a:cubicBezTo>
                    <a:pt x="2215" y="3307"/>
                    <a:pt x="2162" y="3285"/>
                    <a:pt x="2108" y="3285"/>
                  </a:cubicBezTo>
                  <a:cubicBezTo>
                    <a:pt x="2071" y="3285"/>
                    <a:pt x="2034" y="3295"/>
                    <a:pt x="2001" y="3314"/>
                  </a:cubicBezTo>
                  <a:lnTo>
                    <a:pt x="1430" y="3742"/>
                  </a:lnTo>
                  <a:lnTo>
                    <a:pt x="1430" y="230"/>
                  </a:lnTo>
                  <a:cubicBezTo>
                    <a:pt x="1430" y="123"/>
                    <a:pt x="1358" y="51"/>
                    <a:pt x="1251" y="51"/>
                  </a:cubicBezTo>
                  <a:cubicBezTo>
                    <a:pt x="1144" y="51"/>
                    <a:pt x="1072" y="123"/>
                    <a:pt x="1072" y="230"/>
                  </a:cubicBezTo>
                  <a:lnTo>
                    <a:pt x="1072" y="1349"/>
                  </a:lnTo>
                  <a:lnTo>
                    <a:pt x="656" y="992"/>
                  </a:lnTo>
                  <a:cubicBezTo>
                    <a:pt x="622" y="964"/>
                    <a:pt x="579" y="949"/>
                    <a:pt x="537" y="949"/>
                  </a:cubicBezTo>
                  <a:cubicBezTo>
                    <a:pt x="490" y="949"/>
                    <a:pt x="443" y="967"/>
                    <a:pt x="406" y="1004"/>
                  </a:cubicBezTo>
                  <a:cubicBezTo>
                    <a:pt x="346" y="1075"/>
                    <a:pt x="346" y="1183"/>
                    <a:pt x="417" y="1254"/>
                  </a:cubicBezTo>
                  <a:cubicBezTo>
                    <a:pt x="906" y="1683"/>
                    <a:pt x="1037" y="1826"/>
                    <a:pt x="1060" y="1826"/>
                  </a:cubicBezTo>
                  <a:lnTo>
                    <a:pt x="1060" y="5135"/>
                  </a:lnTo>
                  <a:lnTo>
                    <a:pt x="703" y="4814"/>
                  </a:lnTo>
                  <a:cubicBezTo>
                    <a:pt x="663" y="4786"/>
                    <a:pt x="621" y="4771"/>
                    <a:pt x="578" y="4771"/>
                  </a:cubicBezTo>
                  <a:cubicBezTo>
                    <a:pt x="532" y="4771"/>
                    <a:pt x="485" y="4789"/>
                    <a:pt x="441" y="4826"/>
                  </a:cubicBezTo>
                  <a:cubicBezTo>
                    <a:pt x="382" y="4897"/>
                    <a:pt x="382" y="5004"/>
                    <a:pt x="465" y="5076"/>
                  </a:cubicBezTo>
                  <a:lnTo>
                    <a:pt x="1060" y="5636"/>
                  </a:lnTo>
                  <a:lnTo>
                    <a:pt x="1060" y="8267"/>
                  </a:lnTo>
                  <a:lnTo>
                    <a:pt x="358" y="7267"/>
                  </a:lnTo>
                  <a:cubicBezTo>
                    <a:pt x="319" y="7220"/>
                    <a:pt x="261" y="7189"/>
                    <a:pt x="205" y="7189"/>
                  </a:cubicBezTo>
                  <a:cubicBezTo>
                    <a:pt x="174" y="7189"/>
                    <a:pt x="145" y="7198"/>
                    <a:pt x="120" y="7219"/>
                  </a:cubicBezTo>
                  <a:cubicBezTo>
                    <a:pt x="48" y="7279"/>
                    <a:pt x="13" y="7386"/>
                    <a:pt x="72" y="7457"/>
                  </a:cubicBezTo>
                  <a:lnTo>
                    <a:pt x="1072" y="8850"/>
                  </a:lnTo>
                  <a:lnTo>
                    <a:pt x="1072" y="9231"/>
                  </a:lnTo>
                  <a:lnTo>
                    <a:pt x="322" y="8517"/>
                  </a:lnTo>
                  <a:cubicBezTo>
                    <a:pt x="288" y="8483"/>
                    <a:pt x="246" y="8468"/>
                    <a:pt x="203" y="8468"/>
                  </a:cubicBezTo>
                  <a:cubicBezTo>
                    <a:pt x="157" y="8468"/>
                    <a:pt x="110" y="8486"/>
                    <a:pt x="72" y="8517"/>
                  </a:cubicBezTo>
                  <a:cubicBezTo>
                    <a:pt x="1" y="8588"/>
                    <a:pt x="13" y="8695"/>
                    <a:pt x="72" y="8767"/>
                  </a:cubicBezTo>
                  <a:lnTo>
                    <a:pt x="1060" y="9719"/>
                  </a:lnTo>
                  <a:lnTo>
                    <a:pt x="1060" y="10303"/>
                  </a:lnTo>
                  <a:cubicBezTo>
                    <a:pt x="1060" y="10410"/>
                    <a:pt x="1132" y="10481"/>
                    <a:pt x="1239" y="10481"/>
                  </a:cubicBezTo>
                  <a:cubicBezTo>
                    <a:pt x="1334" y="10481"/>
                    <a:pt x="1418" y="10410"/>
                    <a:pt x="1418" y="10303"/>
                  </a:cubicBezTo>
                  <a:lnTo>
                    <a:pt x="1418" y="9719"/>
                  </a:lnTo>
                  <a:lnTo>
                    <a:pt x="2430" y="8695"/>
                  </a:lnTo>
                  <a:cubicBezTo>
                    <a:pt x="2501" y="8624"/>
                    <a:pt x="2501" y="8517"/>
                    <a:pt x="2430" y="8445"/>
                  </a:cubicBezTo>
                  <a:cubicBezTo>
                    <a:pt x="2388" y="8410"/>
                    <a:pt x="2343" y="8392"/>
                    <a:pt x="2299" y="8392"/>
                  </a:cubicBezTo>
                  <a:cubicBezTo>
                    <a:pt x="2254" y="8392"/>
                    <a:pt x="2209" y="8410"/>
                    <a:pt x="2168" y="8445"/>
                  </a:cubicBezTo>
                  <a:lnTo>
                    <a:pt x="1394" y="9219"/>
                  </a:lnTo>
                  <a:lnTo>
                    <a:pt x="1394" y="8767"/>
                  </a:lnTo>
                  <a:lnTo>
                    <a:pt x="2561" y="7183"/>
                  </a:lnTo>
                  <a:cubicBezTo>
                    <a:pt x="2823" y="6826"/>
                    <a:pt x="2965" y="6386"/>
                    <a:pt x="2965" y="5945"/>
                  </a:cubicBezTo>
                  <a:lnTo>
                    <a:pt x="2965" y="3338"/>
                  </a:lnTo>
                  <a:cubicBezTo>
                    <a:pt x="3001" y="3326"/>
                    <a:pt x="2977" y="3266"/>
                    <a:pt x="2930" y="3230"/>
                  </a:cubicBezTo>
                  <a:lnTo>
                    <a:pt x="2513" y="2897"/>
                  </a:lnTo>
                  <a:cubicBezTo>
                    <a:pt x="2370" y="2778"/>
                    <a:pt x="2346" y="2552"/>
                    <a:pt x="2489" y="2421"/>
                  </a:cubicBezTo>
                  <a:cubicBezTo>
                    <a:pt x="2918" y="1956"/>
                    <a:pt x="2989" y="1945"/>
                    <a:pt x="2989" y="1826"/>
                  </a:cubicBezTo>
                  <a:cubicBezTo>
                    <a:pt x="2977" y="1671"/>
                    <a:pt x="3084" y="944"/>
                    <a:pt x="2644" y="99"/>
                  </a:cubicBezTo>
                  <a:cubicBezTo>
                    <a:pt x="2610" y="32"/>
                    <a:pt x="2553" y="0"/>
                    <a:pt x="248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</p:grpSp>
      <p:grpSp>
        <p:nvGrpSpPr>
          <p:cNvPr id="123" name="Google Shape;10682;p62"/>
          <p:cNvGrpSpPr/>
          <p:nvPr/>
        </p:nvGrpSpPr>
        <p:grpSpPr>
          <a:xfrm>
            <a:off x="2705539" y="2472157"/>
            <a:ext cx="330613" cy="358379"/>
            <a:chOff x="3110102" y="1499880"/>
            <a:chExt cx="330613" cy="358379"/>
          </a:xfrm>
        </p:grpSpPr>
        <p:sp>
          <p:nvSpPr>
            <p:cNvPr id="124" name="Google Shape;10683;p62"/>
            <p:cNvSpPr/>
            <p:nvPr/>
          </p:nvSpPr>
          <p:spPr>
            <a:xfrm>
              <a:off x="3385024" y="1775979"/>
              <a:ext cx="55341" cy="71211"/>
            </a:xfrm>
            <a:custGeom>
              <a:avLst/>
              <a:gdLst/>
              <a:ahLst/>
              <a:cxnLst/>
              <a:rect l="l" t="t" r="r" b="b"/>
              <a:pathLst>
                <a:path w="1740" h="2239" extrusionOk="0">
                  <a:moveTo>
                    <a:pt x="1248" y="0"/>
                  </a:moveTo>
                  <a:cubicBezTo>
                    <a:pt x="1180" y="0"/>
                    <a:pt x="1124" y="45"/>
                    <a:pt x="1096" y="119"/>
                  </a:cubicBezTo>
                  <a:cubicBezTo>
                    <a:pt x="1072" y="202"/>
                    <a:pt x="1108" y="286"/>
                    <a:pt x="1203" y="321"/>
                  </a:cubicBezTo>
                  <a:cubicBezTo>
                    <a:pt x="1275" y="333"/>
                    <a:pt x="1334" y="369"/>
                    <a:pt x="1406" y="369"/>
                  </a:cubicBezTo>
                  <a:lnTo>
                    <a:pt x="1406" y="1095"/>
                  </a:lnTo>
                  <a:cubicBezTo>
                    <a:pt x="1320" y="1097"/>
                    <a:pt x="1242" y="1097"/>
                    <a:pt x="1171" y="1097"/>
                  </a:cubicBezTo>
                  <a:cubicBezTo>
                    <a:pt x="861" y="1097"/>
                    <a:pt x="689" y="1088"/>
                    <a:pt x="585" y="1088"/>
                  </a:cubicBezTo>
                  <a:cubicBezTo>
                    <a:pt x="472" y="1088"/>
                    <a:pt x="438" y="1098"/>
                    <a:pt x="394" y="1143"/>
                  </a:cubicBezTo>
                  <a:cubicBezTo>
                    <a:pt x="370" y="1167"/>
                    <a:pt x="358" y="1214"/>
                    <a:pt x="358" y="1262"/>
                  </a:cubicBezTo>
                  <a:cubicBezTo>
                    <a:pt x="370" y="1524"/>
                    <a:pt x="263" y="1774"/>
                    <a:pt x="96" y="1953"/>
                  </a:cubicBezTo>
                  <a:cubicBezTo>
                    <a:pt x="1" y="2060"/>
                    <a:pt x="72" y="2238"/>
                    <a:pt x="215" y="2238"/>
                  </a:cubicBezTo>
                  <a:cubicBezTo>
                    <a:pt x="263" y="2238"/>
                    <a:pt x="310" y="2226"/>
                    <a:pt x="334" y="2179"/>
                  </a:cubicBezTo>
                  <a:cubicBezTo>
                    <a:pt x="537" y="1976"/>
                    <a:pt x="667" y="1703"/>
                    <a:pt x="679" y="1417"/>
                  </a:cubicBezTo>
                  <a:lnTo>
                    <a:pt x="1572" y="1417"/>
                  </a:lnTo>
                  <a:cubicBezTo>
                    <a:pt x="1668" y="1417"/>
                    <a:pt x="1739" y="1345"/>
                    <a:pt x="1739" y="1262"/>
                  </a:cubicBezTo>
                  <a:lnTo>
                    <a:pt x="1739" y="238"/>
                  </a:lnTo>
                  <a:cubicBezTo>
                    <a:pt x="1739" y="131"/>
                    <a:pt x="1680" y="60"/>
                    <a:pt x="1572" y="60"/>
                  </a:cubicBezTo>
                  <a:cubicBezTo>
                    <a:pt x="1489" y="60"/>
                    <a:pt x="1382" y="36"/>
                    <a:pt x="1310" y="12"/>
                  </a:cubicBezTo>
                  <a:cubicBezTo>
                    <a:pt x="1289" y="4"/>
                    <a:pt x="1268" y="0"/>
                    <a:pt x="124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25" name="Google Shape;10684;p62"/>
            <p:cNvSpPr/>
            <p:nvPr/>
          </p:nvSpPr>
          <p:spPr>
            <a:xfrm>
              <a:off x="3347176" y="1535501"/>
              <a:ext cx="93189" cy="61765"/>
            </a:xfrm>
            <a:custGeom>
              <a:avLst/>
              <a:gdLst/>
              <a:ahLst/>
              <a:cxnLst/>
              <a:rect l="l" t="t" r="r" b="b"/>
              <a:pathLst>
                <a:path w="2930" h="1942" extrusionOk="0">
                  <a:moveTo>
                    <a:pt x="1703" y="1"/>
                  </a:moveTo>
                  <a:cubicBezTo>
                    <a:pt x="1619" y="1"/>
                    <a:pt x="1524" y="72"/>
                    <a:pt x="1536" y="179"/>
                  </a:cubicBezTo>
                  <a:cubicBezTo>
                    <a:pt x="1572" y="655"/>
                    <a:pt x="1155" y="1132"/>
                    <a:pt x="595" y="1132"/>
                  </a:cubicBezTo>
                  <a:cubicBezTo>
                    <a:pt x="476" y="1132"/>
                    <a:pt x="345" y="1108"/>
                    <a:pt x="250" y="1072"/>
                  </a:cubicBezTo>
                  <a:cubicBezTo>
                    <a:pt x="228" y="1064"/>
                    <a:pt x="206" y="1060"/>
                    <a:pt x="186" y="1060"/>
                  </a:cubicBezTo>
                  <a:cubicBezTo>
                    <a:pt x="118" y="1060"/>
                    <a:pt x="60" y="1101"/>
                    <a:pt x="24" y="1155"/>
                  </a:cubicBezTo>
                  <a:cubicBezTo>
                    <a:pt x="0" y="1251"/>
                    <a:pt x="36" y="1334"/>
                    <a:pt x="119" y="1382"/>
                  </a:cubicBezTo>
                  <a:cubicBezTo>
                    <a:pt x="262" y="1441"/>
                    <a:pt x="429" y="1465"/>
                    <a:pt x="595" y="1465"/>
                  </a:cubicBezTo>
                  <a:cubicBezTo>
                    <a:pt x="1250" y="1465"/>
                    <a:pt x="1798" y="977"/>
                    <a:pt x="1869" y="334"/>
                  </a:cubicBezTo>
                  <a:lnTo>
                    <a:pt x="2596" y="334"/>
                  </a:lnTo>
                  <a:lnTo>
                    <a:pt x="2596" y="1786"/>
                  </a:lnTo>
                  <a:cubicBezTo>
                    <a:pt x="2596" y="1870"/>
                    <a:pt x="2679" y="1941"/>
                    <a:pt x="2762" y="1941"/>
                  </a:cubicBezTo>
                  <a:cubicBezTo>
                    <a:pt x="2858" y="1941"/>
                    <a:pt x="2929" y="1870"/>
                    <a:pt x="2929" y="1786"/>
                  </a:cubicBezTo>
                  <a:lnTo>
                    <a:pt x="2929" y="155"/>
                  </a:lnTo>
                  <a:cubicBezTo>
                    <a:pt x="2929" y="72"/>
                    <a:pt x="2858" y="1"/>
                    <a:pt x="276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26" name="Google Shape;10685;p62"/>
            <p:cNvSpPr/>
            <p:nvPr/>
          </p:nvSpPr>
          <p:spPr>
            <a:xfrm>
              <a:off x="3110102" y="1580728"/>
              <a:ext cx="330613" cy="277530"/>
            </a:xfrm>
            <a:custGeom>
              <a:avLst/>
              <a:gdLst/>
              <a:ahLst/>
              <a:cxnLst/>
              <a:rect l="l" t="t" r="r" b="b"/>
              <a:pathLst>
                <a:path w="10395" h="8726" extrusionOk="0">
                  <a:moveTo>
                    <a:pt x="5044" y="1"/>
                  </a:moveTo>
                  <a:cubicBezTo>
                    <a:pt x="4997" y="1"/>
                    <a:pt x="4950" y="22"/>
                    <a:pt x="4918" y="67"/>
                  </a:cubicBezTo>
                  <a:cubicBezTo>
                    <a:pt x="4251" y="817"/>
                    <a:pt x="4692" y="2055"/>
                    <a:pt x="5704" y="2186"/>
                  </a:cubicBezTo>
                  <a:lnTo>
                    <a:pt x="5704" y="2924"/>
                  </a:lnTo>
                  <a:lnTo>
                    <a:pt x="4823" y="2924"/>
                  </a:lnTo>
                  <a:cubicBezTo>
                    <a:pt x="4739" y="2924"/>
                    <a:pt x="4668" y="2996"/>
                    <a:pt x="4668" y="3079"/>
                  </a:cubicBezTo>
                  <a:cubicBezTo>
                    <a:pt x="4668" y="3630"/>
                    <a:pt x="4207" y="4034"/>
                    <a:pt x="3710" y="4034"/>
                  </a:cubicBezTo>
                  <a:cubicBezTo>
                    <a:pt x="3573" y="4034"/>
                    <a:pt x="3433" y="4003"/>
                    <a:pt x="3299" y="3936"/>
                  </a:cubicBezTo>
                  <a:cubicBezTo>
                    <a:pt x="2977" y="3770"/>
                    <a:pt x="2775" y="3460"/>
                    <a:pt x="2775" y="3079"/>
                  </a:cubicBezTo>
                  <a:cubicBezTo>
                    <a:pt x="2775" y="2996"/>
                    <a:pt x="2704" y="2924"/>
                    <a:pt x="2608" y="2924"/>
                  </a:cubicBezTo>
                  <a:lnTo>
                    <a:pt x="1727" y="2924"/>
                  </a:lnTo>
                  <a:lnTo>
                    <a:pt x="1727" y="2043"/>
                  </a:lnTo>
                  <a:cubicBezTo>
                    <a:pt x="1727" y="1948"/>
                    <a:pt x="1656" y="1877"/>
                    <a:pt x="1572" y="1877"/>
                  </a:cubicBezTo>
                  <a:cubicBezTo>
                    <a:pt x="834" y="1865"/>
                    <a:pt x="394" y="1055"/>
                    <a:pt x="763" y="436"/>
                  </a:cubicBezTo>
                  <a:cubicBezTo>
                    <a:pt x="810" y="364"/>
                    <a:pt x="799" y="257"/>
                    <a:pt x="703" y="210"/>
                  </a:cubicBezTo>
                  <a:cubicBezTo>
                    <a:pt x="679" y="193"/>
                    <a:pt x="650" y="185"/>
                    <a:pt x="621" y="185"/>
                  </a:cubicBezTo>
                  <a:cubicBezTo>
                    <a:pt x="565" y="185"/>
                    <a:pt x="508" y="214"/>
                    <a:pt x="477" y="269"/>
                  </a:cubicBezTo>
                  <a:cubicBezTo>
                    <a:pt x="1" y="1055"/>
                    <a:pt x="501" y="2067"/>
                    <a:pt x="1406" y="2210"/>
                  </a:cubicBezTo>
                  <a:lnTo>
                    <a:pt x="1406" y="3651"/>
                  </a:lnTo>
                  <a:cubicBezTo>
                    <a:pt x="1406" y="3734"/>
                    <a:pt x="1477" y="3817"/>
                    <a:pt x="1572" y="3817"/>
                  </a:cubicBezTo>
                  <a:cubicBezTo>
                    <a:pt x="1656" y="3817"/>
                    <a:pt x="1727" y="3734"/>
                    <a:pt x="1727" y="3651"/>
                  </a:cubicBezTo>
                  <a:lnTo>
                    <a:pt x="1727" y="3246"/>
                  </a:lnTo>
                  <a:lnTo>
                    <a:pt x="2465" y="3246"/>
                  </a:lnTo>
                  <a:cubicBezTo>
                    <a:pt x="2537" y="3817"/>
                    <a:pt x="2977" y="4258"/>
                    <a:pt x="3549" y="4341"/>
                  </a:cubicBezTo>
                  <a:cubicBezTo>
                    <a:pt x="3614" y="4351"/>
                    <a:pt x="3678" y="4356"/>
                    <a:pt x="3742" y="4356"/>
                  </a:cubicBezTo>
                  <a:cubicBezTo>
                    <a:pt x="4376" y="4356"/>
                    <a:pt x="4914" y="3884"/>
                    <a:pt x="4990" y="3246"/>
                  </a:cubicBezTo>
                  <a:lnTo>
                    <a:pt x="5716" y="3246"/>
                  </a:lnTo>
                  <a:lnTo>
                    <a:pt x="5716" y="4127"/>
                  </a:lnTo>
                  <a:cubicBezTo>
                    <a:pt x="5716" y="4210"/>
                    <a:pt x="5799" y="4294"/>
                    <a:pt x="5882" y="4294"/>
                  </a:cubicBezTo>
                  <a:cubicBezTo>
                    <a:pt x="6406" y="4294"/>
                    <a:pt x="6835" y="4722"/>
                    <a:pt x="6835" y="5234"/>
                  </a:cubicBezTo>
                  <a:cubicBezTo>
                    <a:pt x="6835" y="5758"/>
                    <a:pt x="6406" y="6187"/>
                    <a:pt x="5882" y="6187"/>
                  </a:cubicBezTo>
                  <a:cubicBezTo>
                    <a:pt x="5799" y="6187"/>
                    <a:pt x="5716" y="6270"/>
                    <a:pt x="5716" y="6353"/>
                  </a:cubicBezTo>
                  <a:lnTo>
                    <a:pt x="5716" y="7234"/>
                  </a:lnTo>
                  <a:lnTo>
                    <a:pt x="4990" y="7234"/>
                  </a:lnTo>
                  <a:cubicBezTo>
                    <a:pt x="4906" y="7234"/>
                    <a:pt x="4823" y="7306"/>
                    <a:pt x="4823" y="7401"/>
                  </a:cubicBezTo>
                  <a:cubicBezTo>
                    <a:pt x="4823" y="7484"/>
                    <a:pt x="4906" y="7568"/>
                    <a:pt x="4990" y="7568"/>
                  </a:cubicBezTo>
                  <a:lnTo>
                    <a:pt x="6775" y="7568"/>
                  </a:lnTo>
                  <a:cubicBezTo>
                    <a:pt x="6839" y="8230"/>
                    <a:pt x="7403" y="8726"/>
                    <a:pt x="8059" y="8726"/>
                  </a:cubicBezTo>
                  <a:cubicBezTo>
                    <a:pt x="8146" y="8726"/>
                    <a:pt x="8234" y="8717"/>
                    <a:pt x="8323" y="8699"/>
                  </a:cubicBezTo>
                  <a:cubicBezTo>
                    <a:pt x="8419" y="8675"/>
                    <a:pt x="8478" y="8592"/>
                    <a:pt x="8454" y="8496"/>
                  </a:cubicBezTo>
                  <a:cubicBezTo>
                    <a:pt x="8443" y="8420"/>
                    <a:pt x="8373" y="8364"/>
                    <a:pt x="8288" y="8364"/>
                  </a:cubicBezTo>
                  <a:cubicBezTo>
                    <a:pt x="8280" y="8364"/>
                    <a:pt x="8272" y="8364"/>
                    <a:pt x="8264" y="8365"/>
                  </a:cubicBezTo>
                  <a:cubicBezTo>
                    <a:pt x="8195" y="8380"/>
                    <a:pt x="8127" y="8387"/>
                    <a:pt x="8061" y="8387"/>
                  </a:cubicBezTo>
                  <a:cubicBezTo>
                    <a:pt x="7535" y="8387"/>
                    <a:pt x="7089" y="7950"/>
                    <a:pt x="7121" y="7401"/>
                  </a:cubicBezTo>
                  <a:cubicBezTo>
                    <a:pt x="7121" y="7353"/>
                    <a:pt x="7109" y="7306"/>
                    <a:pt x="7073" y="7282"/>
                  </a:cubicBezTo>
                  <a:cubicBezTo>
                    <a:pt x="7034" y="7237"/>
                    <a:pt x="7003" y="7227"/>
                    <a:pt x="6891" y="7227"/>
                  </a:cubicBezTo>
                  <a:cubicBezTo>
                    <a:pt x="6787" y="7227"/>
                    <a:pt x="6613" y="7236"/>
                    <a:pt x="6299" y="7236"/>
                  </a:cubicBezTo>
                  <a:cubicBezTo>
                    <a:pt x="6227" y="7236"/>
                    <a:pt x="6148" y="7236"/>
                    <a:pt x="6061" y="7234"/>
                  </a:cubicBezTo>
                  <a:lnTo>
                    <a:pt x="6061" y="6508"/>
                  </a:lnTo>
                  <a:cubicBezTo>
                    <a:pt x="6811" y="6401"/>
                    <a:pt x="7299" y="5698"/>
                    <a:pt x="7145" y="4972"/>
                  </a:cubicBezTo>
                  <a:cubicBezTo>
                    <a:pt x="7049" y="4472"/>
                    <a:pt x="6633" y="4032"/>
                    <a:pt x="6061" y="3960"/>
                  </a:cubicBezTo>
                  <a:lnTo>
                    <a:pt x="6061" y="3234"/>
                  </a:lnTo>
                  <a:lnTo>
                    <a:pt x="6787" y="3234"/>
                  </a:lnTo>
                  <a:cubicBezTo>
                    <a:pt x="6878" y="3888"/>
                    <a:pt x="7448" y="4334"/>
                    <a:pt x="8061" y="4334"/>
                  </a:cubicBezTo>
                  <a:cubicBezTo>
                    <a:pt x="8252" y="4334"/>
                    <a:pt x="8447" y="4291"/>
                    <a:pt x="8633" y="4198"/>
                  </a:cubicBezTo>
                  <a:cubicBezTo>
                    <a:pt x="9026" y="4008"/>
                    <a:pt x="9276" y="3651"/>
                    <a:pt x="9335" y="3234"/>
                  </a:cubicBezTo>
                  <a:lnTo>
                    <a:pt x="10062" y="3234"/>
                  </a:lnTo>
                  <a:lnTo>
                    <a:pt x="10062" y="3960"/>
                  </a:lnTo>
                  <a:cubicBezTo>
                    <a:pt x="9109" y="4091"/>
                    <a:pt x="8633" y="5246"/>
                    <a:pt x="9228" y="6020"/>
                  </a:cubicBezTo>
                  <a:cubicBezTo>
                    <a:pt x="9262" y="6060"/>
                    <a:pt x="9311" y="6082"/>
                    <a:pt x="9360" y="6082"/>
                  </a:cubicBezTo>
                  <a:cubicBezTo>
                    <a:pt x="9398" y="6082"/>
                    <a:pt x="9435" y="6069"/>
                    <a:pt x="9466" y="6044"/>
                  </a:cubicBezTo>
                  <a:cubicBezTo>
                    <a:pt x="9550" y="5984"/>
                    <a:pt x="9562" y="5877"/>
                    <a:pt x="9502" y="5806"/>
                  </a:cubicBezTo>
                  <a:cubicBezTo>
                    <a:pt x="9026" y="5198"/>
                    <a:pt x="9454" y="4294"/>
                    <a:pt x="10228" y="4270"/>
                  </a:cubicBezTo>
                  <a:cubicBezTo>
                    <a:pt x="10324" y="4270"/>
                    <a:pt x="10395" y="4198"/>
                    <a:pt x="10395" y="4103"/>
                  </a:cubicBezTo>
                  <a:lnTo>
                    <a:pt x="10395" y="1007"/>
                  </a:lnTo>
                  <a:cubicBezTo>
                    <a:pt x="10383" y="936"/>
                    <a:pt x="10312" y="865"/>
                    <a:pt x="10216" y="865"/>
                  </a:cubicBezTo>
                  <a:cubicBezTo>
                    <a:pt x="10133" y="865"/>
                    <a:pt x="10050" y="936"/>
                    <a:pt x="10050" y="1031"/>
                  </a:cubicBezTo>
                  <a:lnTo>
                    <a:pt x="10050" y="2900"/>
                  </a:lnTo>
                  <a:lnTo>
                    <a:pt x="9157" y="2900"/>
                  </a:lnTo>
                  <a:cubicBezTo>
                    <a:pt x="9073" y="2900"/>
                    <a:pt x="8990" y="2984"/>
                    <a:pt x="8990" y="3067"/>
                  </a:cubicBezTo>
                  <a:cubicBezTo>
                    <a:pt x="8990" y="3293"/>
                    <a:pt x="8907" y="3520"/>
                    <a:pt x="8740" y="3698"/>
                  </a:cubicBezTo>
                  <a:cubicBezTo>
                    <a:pt x="8542" y="3912"/>
                    <a:pt x="8291" y="4008"/>
                    <a:pt x="8045" y="4008"/>
                  </a:cubicBezTo>
                  <a:cubicBezTo>
                    <a:pt x="7564" y="4008"/>
                    <a:pt x="7101" y="3642"/>
                    <a:pt x="7085" y="3067"/>
                  </a:cubicBezTo>
                  <a:cubicBezTo>
                    <a:pt x="7085" y="2984"/>
                    <a:pt x="7014" y="2900"/>
                    <a:pt x="6930" y="2900"/>
                  </a:cubicBezTo>
                  <a:lnTo>
                    <a:pt x="6049" y="2900"/>
                  </a:lnTo>
                  <a:lnTo>
                    <a:pt x="6049" y="2031"/>
                  </a:lnTo>
                  <a:cubicBezTo>
                    <a:pt x="6049" y="1936"/>
                    <a:pt x="5978" y="1865"/>
                    <a:pt x="5882" y="1865"/>
                  </a:cubicBezTo>
                  <a:cubicBezTo>
                    <a:pt x="5061" y="1865"/>
                    <a:pt x="4632" y="900"/>
                    <a:pt x="5168" y="281"/>
                  </a:cubicBezTo>
                  <a:cubicBezTo>
                    <a:pt x="5228" y="210"/>
                    <a:pt x="5228" y="103"/>
                    <a:pt x="5156" y="43"/>
                  </a:cubicBezTo>
                  <a:cubicBezTo>
                    <a:pt x="5123" y="16"/>
                    <a:pt x="5083" y="1"/>
                    <a:pt x="504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27" name="Google Shape;10686;p62"/>
            <p:cNvSpPr/>
            <p:nvPr/>
          </p:nvSpPr>
          <p:spPr>
            <a:xfrm>
              <a:off x="3139267" y="1504428"/>
              <a:ext cx="77668" cy="78113"/>
            </a:xfrm>
            <a:custGeom>
              <a:avLst/>
              <a:gdLst/>
              <a:ahLst/>
              <a:cxnLst/>
              <a:rect l="l" t="t" r="r" b="b"/>
              <a:pathLst>
                <a:path w="2442" h="2456" extrusionOk="0">
                  <a:moveTo>
                    <a:pt x="2255" y="1"/>
                  </a:moveTo>
                  <a:cubicBezTo>
                    <a:pt x="2226" y="1"/>
                    <a:pt x="2196" y="9"/>
                    <a:pt x="2168" y="25"/>
                  </a:cubicBezTo>
                  <a:cubicBezTo>
                    <a:pt x="1810" y="216"/>
                    <a:pt x="1572" y="573"/>
                    <a:pt x="1513" y="978"/>
                  </a:cubicBezTo>
                  <a:lnTo>
                    <a:pt x="620" y="978"/>
                  </a:lnTo>
                  <a:cubicBezTo>
                    <a:pt x="536" y="978"/>
                    <a:pt x="465" y="1049"/>
                    <a:pt x="465" y="1132"/>
                  </a:cubicBezTo>
                  <a:lnTo>
                    <a:pt x="465" y="2025"/>
                  </a:lnTo>
                  <a:cubicBezTo>
                    <a:pt x="346" y="2049"/>
                    <a:pt x="215" y="2073"/>
                    <a:pt x="120" y="2132"/>
                  </a:cubicBezTo>
                  <a:cubicBezTo>
                    <a:pt x="24" y="2180"/>
                    <a:pt x="1" y="2263"/>
                    <a:pt x="24" y="2359"/>
                  </a:cubicBezTo>
                  <a:cubicBezTo>
                    <a:pt x="60" y="2420"/>
                    <a:pt x="121" y="2456"/>
                    <a:pt x="184" y="2456"/>
                  </a:cubicBezTo>
                  <a:cubicBezTo>
                    <a:pt x="206" y="2456"/>
                    <a:pt x="229" y="2451"/>
                    <a:pt x="251" y="2442"/>
                  </a:cubicBezTo>
                  <a:cubicBezTo>
                    <a:pt x="370" y="2382"/>
                    <a:pt x="501" y="2359"/>
                    <a:pt x="620" y="2359"/>
                  </a:cubicBezTo>
                  <a:cubicBezTo>
                    <a:pt x="715" y="2359"/>
                    <a:pt x="786" y="2275"/>
                    <a:pt x="786" y="2192"/>
                  </a:cubicBezTo>
                  <a:lnTo>
                    <a:pt x="786" y="1299"/>
                  </a:lnTo>
                  <a:lnTo>
                    <a:pt x="1667" y="1299"/>
                  </a:lnTo>
                  <a:cubicBezTo>
                    <a:pt x="1751" y="1299"/>
                    <a:pt x="1834" y="1228"/>
                    <a:pt x="1834" y="1132"/>
                  </a:cubicBezTo>
                  <a:cubicBezTo>
                    <a:pt x="1834" y="1132"/>
                    <a:pt x="1810" y="585"/>
                    <a:pt x="2322" y="299"/>
                  </a:cubicBezTo>
                  <a:cubicBezTo>
                    <a:pt x="2406" y="263"/>
                    <a:pt x="2441" y="168"/>
                    <a:pt x="2394" y="85"/>
                  </a:cubicBezTo>
                  <a:cubicBezTo>
                    <a:pt x="2362" y="30"/>
                    <a:pt x="2311" y="1"/>
                    <a:pt x="225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28" name="Google Shape;10687;p62"/>
            <p:cNvSpPr/>
            <p:nvPr/>
          </p:nvSpPr>
          <p:spPr>
            <a:xfrm>
              <a:off x="3226381" y="1499880"/>
              <a:ext cx="116279" cy="82661"/>
            </a:xfrm>
            <a:custGeom>
              <a:avLst/>
              <a:gdLst/>
              <a:ahLst/>
              <a:cxnLst/>
              <a:rect l="l" t="t" r="r" b="b"/>
              <a:pathLst>
                <a:path w="3656" h="2599" extrusionOk="0">
                  <a:moveTo>
                    <a:pt x="170" y="0"/>
                  </a:moveTo>
                  <a:cubicBezTo>
                    <a:pt x="83" y="0"/>
                    <a:pt x="12" y="67"/>
                    <a:pt x="12" y="144"/>
                  </a:cubicBezTo>
                  <a:cubicBezTo>
                    <a:pt x="0" y="239"/>
                    <a:pt x="71" y="323"/>
                    <a:pt x="155" y="323"/>
                  </a:cubicBezTo>
                  <a:cubicBezTo>
                    <a:pt x="631" y="370"/>
                    <a:pt x="1024" y="775"/>
                    <a:pt x="1024" y="1275"/>
                  </a:cubicBezTo>
                  <a:cubicBezTo>
                    <a:pt x="1024" y="1371"/>
                    <a:pt x="1095" y="1442"/>
                    <a:pt x="1191" y="1442"/>
                  </a:cubicBezTo>
                  <a:lnTo>
                    <a:pt x="2084" y="1442"/>
                  </a:lnTo>
                  <a:lnTo>
                    <a:pt x="2084" y="2168"/>
                  </a:lnTo>
                  <a:cubicBezTo>
                    <a:pt x="1965" y="2192"/>
                    <a:pt x="1822" y="2228"/>
                    <a:pt x="1738" y="2275"/>
                  </a:cubicBezTo>
                  <a:cubicBezTo>
                    <a:pt x="1643" y="2299"/>
                    <a:pt x="1619" y="2406"/>
                    <a:pt x="1643" y="2502"/>
                  </a:cubicBezTo>
                  <a:cubicBezTo>
                    <a:pt x="1669" y="2563"/>
                    <a:pt x="1735" y="2599"/>
                    <a:pt x="1801" y="2599"/>
                  </a:cubicBezTo>
                  <a:cubicBezTo>
                    <a:pt x="1824" y="2599"/>
                    <a:pt x="1848" y="2594"/>
                    <a:pt x="1869" y="2585"/>
                  </a:cubicBezTo>
                  <a:cubicBezTo>
                    <a:pt x="1988" y="2549"/>
                    <a:pt x="2107" y="2514"/>
                    <a:pt x="2238" y="2514"/>
                  </a:cubicBezTo>
                  <a:cubicBezTo>
                    <a:pt x="2334" y="2514"/>
                    <a:pt x="2405" y="2442"/>
                    <a:pt x="2405" y="2347"/>
                  </a:cubicBezTo>
                  <a:lnTo>
                    <a:pt x="2405" y="1454"/>
                  </a:lnTo>
                  <a:lnTo>
                    <a:pt x="3131" y="1454"/>
                  </a:lnTo>
                  <a:cubicBezTo>
                    <a:pt x="3167" y="1668"/>
                    <a:pt x="3227" y="1859"/>
                    <a:pt x="3346" y="2025"/>
                  </a:cubicBezTo>
                  <a:cubicBezTo>
                    <a:pt x="3376" y="2072"/>
                    <a:pt x="3427" y="2098"/>
                    <a:pt x="3485" y="2098"/>
                  </a:cubicBezTo>
                  <a:cubicBezTo>
                    <a:pt x="3516" y="2098"/>
                    <a:pt x="3550" y="2090"/>
                    <a:pt x="3584" y="2073"/>
                  </a:cubicBezTo>
                  <a:cubicBezTo>
                    <a:pt x="3643" y="2013"/>
                    <a:pt x="3655" y="1906"/>
                    <a:pt x="3620" y="1823"/>
                  </a:cubicBezTo>
                  <a:cubicBezTo>
                    <a:pt x="3500" y="1656"/>
                    <a:pt x="3453" y="1442"/>
                    <a:pt x="3453" y="1299"/>
                  </a:cubicBezTo>
                  <a:cubicBezTo>
                    <a:pt x="3453" y="1204"/>
                    <a:pt x="3381" y="1121"/>
                    <a:pt x="3286" y="1121"/>
                  </a:cubicBezTo>
                  <a:lnTo>
                    <a:pt x="1334" y="1121"/>
                  </a:lnTo>
                  <a:cubicBezTo>
                    <a:pt x="1262" y="525"/>
                    <a:pt x="774" y="61"/>
                    <a:pt x="191" y="1"/>
                  </a:cubicBezTo>
                  <a:cubicBezTo>
                    <a:pt x="183" y="0"/>
                    <a:pt x="177" y="0"/>
                    <a:pt x="17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29" name="Google Shape;10688;p62"/>
            <p:cNvSpPr/>
            <p:nvPr/>
          </p:nvSpPr>
          <p:spPr>
            <a:xfrm>
              <a:off x="3179786" y="1775216"/>
              <a:ext cx="86764" cy="46594"/>
            </a:xfrm>
            <a:custGeom>
              <a:avLst/>
              <a:gdLst/>
              <a:ahLst/>
              <a:cxnLst/>
              <a:rect l="l" t="t" r="r" b="b"/>
              <a:pathLst>
                <a:path w="2728" h="1465" extrusionOk="0">
                  <a:moveTo>
                    <a:pt x="1525" y="0"/>
                  </a:moveTo>
                  <a:cubicBezTo>
                    <a:pt x="870" y="0"/>
                    <a:pt x="322" y="500"/>
                    <a:pt x="239" y="1131"/>
                  </a:cubicBezTo>
                  <a:lnTo>
                    <a:pt x="167" y="1131"/>
                  </a:lnTo>
                  <a:cubicBezTo>
                    <a:pt x="84" y="1131"/>
                    <a:pt x="1" y="1215"/>
                    <a:pt x="1" y="1298"/>
                  </a:cubicBezTo>
                  <a:cubicBezTo>
                    <a:pt x="1" y="1393"/>
                    <a:pt x="84" y="1465"/>
                    <a:pt x="167" y="1465"/>
                  </a:cubicBezTo>
                  <a:lnTo>
                    <a:pt x="405" y="1465"/>
                  </a:lnTo>
                  <a:cubicBezTo>
                    <a:pt x="501" y="1465"/>
                    <a:pt x="584" y="1393"/>
                    <a:pt x="572" y="1286"/>
                  </a:cubicBezTo>
                  <a:cubicBezTo>
                    <a:pt x="560" y="798"/>
                    <a:pt x="953" y="322"/>
                    <a:pt x="1525" y="322"/>
                  </a:cubicBezTo>
                  <a:cubicBezTo>
                    <a:pt x="1882" y="322"/>
                    <a:pt x="2227" y="524"/>
                    <a:pt x="2382" y="857"/>
                  </a:cubicBezTo>
                  <a:cubicBezTo>
                    <a:pt x="2415" y="915"/>
                    <a:pt x="2471" y="950"/>
                    <a:pt x="2530" y="950"/>
                  </a:cubicBezTo>
                  <a:cubicBezTo>
                    <a:pt x="2556" y="950"/>
                    <a:pt x="2583" y="943"/>
                    <a:pt x="2608" y="929"/>
                  </a:cubicBezTo>
                  <a:cubicBezTo>
                    <a:pt x="2679" y="905"/>
                    <a:pt x="2727" y="810"/>
                    <a:pt x="2679" y="738"/>
                  </a:cubicBezTo>
                  <a:cubicBezTo>
                    <a:pt x="2477" y="286"/>
                    <a:pt x="2013" y="0"/>
                    <a:pt x="152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30" name="Google Shape;10689;p62"/>
            <p:cNvSpPr/>
            <p:nvPr/>
          </p:nvSpPr>
          <p:spPr>
            <a:xfrm>
              <a:off x="3154024" y="1712337"/>
              <a:ext cx="15203" cy="109473"/>
            </a:xfrm>
            <a:custGeom>
              <a:avLst/>
              <a:gdLst/>
              <a:ahLst/>
              <a:cxnLst/>
              <a:rect l="l" t="t" r="r" b="b"/>
              <a:pathLst>
                <a:path w="478" h="3442" extrusionOk="0">
                  <a:moveTo>
                    <a:pt x="156" y="1"/>
                  </a:moveTo>
                  <a:cubicBezTo>
                    <a:pt x="72" y="1"/>
                    <a:pt x="1" y="72"/>
                    <a:pt x="1" y="167"/>
                  </a:cubicBezTo>
                  <a:lnTo>
                    <a:pt x="1" y="3275"/>
                  </a:lnTo>
                  <a:cubicBezTo>
                    <a:pt x="1" y="3370"/>
                    <a:pt x="72" y="3442"/>
                    <a:pt x="156" y="3442"/>
                  </a:cubicBezTo>
                  <a:lnTo>
                    <a:pt x="310" y="3442"/>
                  </a:lnTo>
                  <a:cubicBezTo>
                    <a:pt x="394" y="3442"/>
                    <a:pt x="477" y="3370"/>
                    <a:pt x="477" y="3275"/>
                  </a:cubicBezTo>
                  <a:cubicBezTo>
                    <a:pt x="477" y="3203"/>
                    <a:pt x="418" y="3132"/>
                    <a:pt x="322" y="3108"/>
                  </a:cubicBezTo>
                  <a:lnTo>
                    <a:pt x="322" y="167"/>
                  </a:lnTo>
                  <a:cubicBezTo>
                    <a:pt x="322" y="72"/>
                    <a:pt x="251" y="1"/>
                    <a:pt x="15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</p:grpSp>
      <p:sp>
        <p:nvSpPr>
          <p:cNvPr id="131" name="Google Shape;10690;p62"/>
          <p:cNvSpPr/>
          <p:nvPr/>
        </p:nvSpPr>
        <p:spPr>
          <a:xfrm>
            <a:off x="1875549" y="1547814"/>
            <a:ext cx="118537" cy="373518"/>
          </a:xfrm>
          <a:custGeom>
            <a:avLst/>
            <a:gdLst/>
            <a:ahLst/>
            <a:cxnLst/>
            <a:rect l="l" t="t" r="r" b="b"/>
            <a:pathLst>
              <a:path w="3727" h="11744" extrusionOk="0">
                <a:moveTo>
                  <a:pt x="3273" y="1"/>
                </a:moveTo>
                <a:cubicBezTo>
                  <a:pt x="2520" y="1"/>
                  <a:pt x="1832" y="264"/>
                  <a:pt x="1239" y="802"/>
                </a:cubicBezTo>
                <a:cubicBezTo>
                  <a:pt x="762" y="1254"/>
                  <a:pt x="453" y="1790"/>
                  <a:pt x="286" y="2147"/>
                </a:cubicBezTo>
                <a:cubicBezTo>
                  <a:pt x="238" y="2230"/>
                  <a:pt x="286" y="2337"/>
                  <a:pt x="381" y="2385"/>
                </a:cubicBezTo>
                <a:cubicBezTo>
                  <a:pt x="404" y="2398"/>
                  <a:pt x="428" y="2404"/>
                  <a:pt x="452" y="2404"/>
                </a:cubicBezTo>
                <a:cubicBezTo>
                  <a:pt x="518" y="2404"/>
                  <a:pt x="585" y="2360"/>
                  <a:pt x="619" y="2290"/>
                </a:cubicBezTo>
                <a:cubicBezTo>
                  <a:pt x="1148" y="1163"/>
                  <a:pt x="2035" y="349"/>
                  <a:pt x="3314" y="349"/>
                </a:cubicBezTo>
                <a:cubicBezTo>
                  <a:pt x="3333" y="349"/>
                  <a:pt x="3351" y="349"/>
                  <a:pt x="3370" y="349"/>
                </a:cubicBezTo>
                <a:cubicBezTo>
                  <a:pt x="3084" y="694"/>
                  <a:pt x="2858" y="1040"/>
                  <a:pt x="2727" y="1421"/>
                </a:cubicBezTo>
                <a:cubicBezTo>
                  <a:pt x="2489" y="2135"/>
                  <a:pt x="2739" y="2564"/>
                  <a:pt x="2846" y="2814"/>
                </a:cubicBezTo>
                <a:cubicBezTo>
                  <a:pt x="3179" y="3611"/>
                  <a:pt x="2644" y="4540"/>
                  <a:pt x="1786" y="4588"/>
                </a:cubicBezTo>
                <a:cubicBezTo>
                  <a:pt x="1761" y="4588"/>
                  <a:pt x="1725" y="4589"/>
                  <a:pt x="1681" y="4589"/>
                </a:cubicBezTo>
                <a:cubicBezTo>
                  <a:pt x="1560" y="4589"/>
                  <a:pt x="1374" y="4577"/>
                  <a:pt x="1155" y="4481"/>
                </a:cubicBezTo>
                <a:cubicBezTo>
                  <a:pt x="584" y="4231"/>
                  <a:pt x="274" y="3576"/>
                  <a:pt x="393" y="2897"/>
                </a:cubicBezTo>
                <a:cubicBezTo>
                  <a:pt x="405" y="2814"/>
                  <a:pt x="346" y="2718"/>
                  <a:pt x="238" y="2695"/>
                </a:cubicBezTo>
                <a:cubicBezTo>
                  <a:pt x="231" y="2694"/>
                  <a:pt x="224" y="2693"/>
                  <a:pt x="217" y="2693"/>
                </a:cubicBezTo>
                <a:cubicBezTo>
                  <a:pt x="139" y="2693"/>
                  <a:pt x="58" y="2750"/>
                  <a:pt x="36" y="2837"/>
                </a:cubicBezTo>
                <a:cubicBezTo>
                  <a:pt x="24" y="2957"/>
                  <a:pt x="0" y="3064"/>
                  <a:pt x="0" y="3183"/>
                </a:cubicBezTo>
                <a:cubicBezTo>
                  <a:pt x="0" y="3826"/>
                  <a:pt x="298" y="4361"/>
                  <a:pt x="750" y="4659"/>
                </a:cubicBezTo>
                <a:cubicBezTo>
                  <a:pt x="393" y="6921"/>
                  <a:pt x="441" y="9553"/>
                  <a:pt x="1465" y="11612"/>
                </a:cubicBezTo>
                <a:cubicBezTo>
                  <a:pt x="1501" y="11684"/>
                  <a:pt x="1584" y="11743"/>
                  <a:pt x="1667" y="11743"/>
                </a:cubicBezTo>
                <a:cubicBezTo>
                  <a:pt x="1762" y="11743"/>
                  <a:pt x="1834" y="11696"/>
                  <a:pt x="1882" y="11612"/>
                </a:cubicBezTo>
                <a:cubicBezTo>
                  <a:pt x="2143" y="11077"/>
                  <a:pt x="2358" y="10457"/>
                  <a:pt x="2501" y="9803"/>
                </a:cubicBezTo>
                <a:cubicBezTo>
                  <a:pt x="2524" y="9719"/>
                  <a:pt x="2477" y="9612"/>
                  <a:pt x="2370" y="9600"/>
                </a:cubicBezTo>
                <a:cubicBezTo>
                  <a:pt x="2360" y="9599"/>
                  <a:pt x="2349" y="9598"/>
                  <a:pt x="2338" y="9598"/>
                </a:cubicBezTo>
                <a:cubicBezTo>
                  <a:pt x="2262" y="9598"/>
                  <a:pt x="2178" y="9637"/>
                  <a:pt x="2167" y="9731"/>
                </a:cubicBezTo>
                <a:cubicBezTo>
                  <a:pt x="2048" y="10267"/>
                  <a:pt x="1870" y="10779"/>
                  <a:pt x="1667" y="11231"/>
                </a:cubicBezTo>
                <a:cubicBezTo>
                  <a:pt x="1060" y="9862"/>
                  <a:pt x="869" y="8302"/>
                  <a:pt x="893" y="6814"/>
                </a:cubicBezTo>
                <a:lnTo>
                  <a:pt x="1155" y="6814"/>
                </a:lnTo>
                <a:cubicBezTo>
                  <a:pt x="1250" y="6814"/>
                  <a:pt x="1334" y="6743"/>
                  <a:pt x="1334" y="6636"/>
                </a:cubicBezTo>
                <a:cubicBezTo>
                  <a:pt x="1334" y="6552"/>
                  <a:pt x="1250" y="6457"/>
                  <a:pt x="1155" y="6457"/>
                </a:cubicBezTo>
                <a:lnTo>
                  <a:pt x="917" y="6457"/>
                </a:lnTo>
                <a:cubicBezTo>
                  <a:pt x="917" y="6397"/>
                  <a:pt x="929" y="6112"/>
                  <a:pt x="953" y="5838"/>
                </a:cubicBezTo>
                <a:lnTo>
                  <a:pt x="1584" y="5838"/>
                </a:lnTo>
                <a:cubicBezTo>
                  <a:pt x="1691" y="5838"/>
                  <a:pt x="1762" y="5755"/>
                  <a:pt x="1762" y="5659"/>
                </a:cubicBezTo>
                <a:cubicBezTo>
                  <a:pt x="1762" y="5552"/>
                  <a:pt x="1691" y="5481"/>
                  <a:pt x="1584" y="5481"/>
                </a:cubicBezTo>
                <a:lnTo>
                  <a:pt x="989" y="5481"/>
                </a:lnTo>
                <a:cubicBezTo>
                  <a:pt x="1012" y="5243"/>
                  <a:pt x="1048" y="5016"/>
                  <a:pt x="1072" y="4814"/>
                </a:cubicBezTo>
                <a:cubicBezTo>
                  <a:pt x="1250" y="4879"/>
                  <a:pt x="1456" y="4912"/>
                  <a:pt x="1661" y="4912"/>
                </a:cubicBezTo>
                <a:cubicBezTo>
                  <a:pt x="1867" y="4912"/>
                  <a:pt x="2072" y="4879"/>
                  <a:pt x="2251" y="4814"/>
                </a:cubicBezTo>
                <a:cubicBezTo>
                  <a:pt x="2286" y="5016"/>
                  <a:pt x="2310" y="5243"/>
                  <a:pt x="2346" y="5481"/>
                </a:cubicBezTo>
                <a:lnTo>
                  <a:pt x="2286" y="5481"/>
                </a:lnTo>
                <a:cubicBezTo>
                  <a:pt x="2191" y="5481"/>
                  <a:pt x="2108" y="5552"/>
                  <a:pt x="2108" y="5659"/>
                </a:cubicBezTo>
                <a:cubicBezTo>
                  <a:pt x="2108" y="5755"/>
                  <a:pt x="2179" y="5838"/>
                  <a:pt x="2286" y="5838"/>
                </a:cubicBezTo>
                <a:lnTo>
                  <a:pt x="2370" y="5838"/>
                </a:lnTo>
                <a:cubicBezTo>
                  <a:pt x="2382" y="6052"/>
                  <a:pt x="2405" y="6231"/>
                  <a:pt x="2417" y="6457"/>
                </a:cubicBezTo>
                <a:lnTo>
                  <a:pt x="1870" y="6457"/>
                </a:lnTo>
                <a:cubicBezTo>
                  <a:pt x="1774" y="6457"/>
                  <a:pt x="1691" y="6528"/>
                  <a:pt x="1691" y="6636"/>
                </a:cubicBezTo>
                <a:cubicBezTo>
                  <a:pt x="1691" y="6743"/>
                  <a:pt x="1762" y="6814"/>
                  <a:pt x="1870" y="6814"/>
                </a:cubicBezTo>
                <a:lnTo>
                  <a:pt x="2441" y="6814"/>
                </a:lnTo>
                <a:cubicBezTo>
                  <a:pt x="2465" y="7540"/>
                  <a:pt x="2429" y="8314"/>
                  <a:pt x="2310" y="9064"/>
                </a:cubicBezTo>
                <a:cubicBezTo>
                  <a:pt x="2298" y="9160"/>
                  <a:pt x="2358" y="9243"/>
                  <a:pt x="2465" y="9255"/>
                </a:cubicBezTo>
                <a:cubicBezTo>
                  <a:pt x="2476" y="9258"/>
                  <a:pt x="2487" y="9260"/>
                  <a:pt x="2498" y="9260"/>
                </a:cubicBezTo>
                <a:cubicBezTo>
                  <a:pt x="2572" y="9260"/>
                  <a:pt x="2645" y="9195"/>
                  <a:pt x="2655" y="9112"/>
                </a:cubicBezTo>
                <a:cubicBezTo>
                  <a:pt x="2882" y="7671"/>
                  <a:pt x="2834" y="6088"/>
                  <a:pt x="2596" y="4647"/>
                </a:cubicBezTo>
                <a:cubicBezTo>
                  <a:pt x="3191" y="4231"/>
                  <a:pt x="3477" y="3409"/>
                  <a:pt x="3179" y="2659"/>
                </a:cubicBezTo>
                <a:cubicBezTo>
                  <a:pt x="3072" y="2397"/>
                  <a:pt x="2691" y="1849"/>
                  <a:pt x="3417" y="849"/>
                </a:cubicBezTo>
                <a:cubicBezTo>
                  <a:pt x="3667" y="492"/>
                  <a:pt x="3727" y="492"/>
                  <a:pt x="3727" y="325"/>
                </a:cubicBezTo>
                <a:cubicBezTo>
                  <a:pt x="3727" y="147"/>
                  <a:pt x="3596" y="16"/>
                  <a:pt x="3417" y="4"/>
                </a:cubicBezTo>
                <a:cubicBezTo>
                  <a:pt x="3369" y="2"/>
                  <a:pt x="3321" y="1"/>
                  <a:pt x="3273" y="1"/>
                </a:cubicBezTo>
                <a:close/>
              </a:path>
            </a:pathLst>
          </a:custGeom>
          <a:solidFill>
            <a:srgbClr val="657E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DF351"/>
              </a:solidFill>
            </a:endParaRPr>
          </a:p>
        </p:txBody>
      </p:sp>
      <p:grpSp>
        <p:nvGrpSpPr>
          <p:cNvPr id="132" name="Google Shape;10835;p62"/>
          <p:cNvGrpSpPr/>
          <p:nvPr/>
        </p:nvGrpSpPr>
        <p:grpSpPr>
          <a:xfrm>
            <a:off x="2180398" y="2467417"/>
            <a:ext cx="269261" cy="352050"/>
            <a:chOff x="1367060" y="2422129"/>
            <a:chExt cx="269261" cy="352050"/>
          </a:xfrm>
        </p:grpSpPr>
        <p:sp>
          <p:nvSpPr>
            <p:cNvPr id="133" name="Google Shape;10836;p62"/>
            <p:cNvSpPr/>
            <p:nvPr/>
          </p:nvSpPr>
          <p:spPr>
            <a:xfrm>
              <a:off x="1392059" y="2651857"/>
              <a:ext cx="129160" cy="122322"/>
            </a:xfrm>
            <a:custGeom>
              <a:avLst/>
              <a:gdLst/>
              <a:ahLst/>
              <a:cxnLst/>
              <a:rect l="l" t="t" r="r" b="b"/>
              <a:pathLst>
                <a:path w="4061" h="3846" extrusionOk="0">
                  <a:moveTo>
                    <a:pt x="167" y="0"/>
                  </a:moveTo>
                  <a:cubicBezTo>
                    <a:pt x="72" y="0"/>
                    <a:pt x="0" y="83"/>
                    <a:pt x="0" y="167"/>
                  </a:cubicBezTo>
                  <a:cubicBezTo>
                    <a:pt x="0" y="262"/>
                    <a:pt x="72" y="333"/>
                    <a:pt x="167" y="333"/>
                  </a:cubicBezTo>
                  <a:lnTo>
                    <a:pt x="357" y="333"/>
                  </a:lnTo>
                  <a:lnTo>
                    <a:pt x="357" y="1691"/>
                  </a:lnTo>
                  <a:cubicBezTo>
                    <a:pt x="357" y="2179"/>
                    <a:pt x="762" y="2584"/>
                    <a:pt x="1250" y="2584"/>
                  </a:cubicBezTo>
                  <a:cubicBezTo>
                    <a:pt x="1286" y="2584"/>
                    <a:pt x="1226" y="2584"/>
                    <a:pt x="2310" y="2405"/>
                  </a:cubicBezTo>
                  <a:lnTo>
                    <a:pt x="2310" y="3453"/>
                  </a:lnTo>
                  <a:cubicBezTo>
                    <a:pt x="2310" y="3667"/>
                    <a:pt x="2489" y="3846"/>
                    <a:pt x="2691" y="3846"/>
                  </a:cubicBezTo>
                  <a:lnTo>
                    <a:pt x="3905" y="3846"/>
                  </a:lnTo>
                  <a:cubicBezTo>
                    <a:pt x="3989" y="3846"/>
                    <a:pt x="4060" y="3774"/>
                    <a:pt x="4060" y="3679"/>
                  </a:cubicBezTo>
                  <a:cubicBezTo>
                    <a:pt x="4060" y="3596"/>
                    <a:pt x="3989" y="3500"/>
                    <a:pt x="3893" y="3500"/>
                  </a:cubicBezTo>
                  <a:lnTo>
                    <a:pt x="2691" y="3500"/>
                  </a:lnTo>
                  <a:cubicBezTo>
                    <a:pt x="2667" y="3500"/>
                    <a:pt x="2631" y="3465"/>
                    <a:pt x="2631" y="3441"/>
                  </a:cubicBezTo>
                  <a:lnTo>
                    <a:pt x="2631" y="2191"/>
                  </a:lnTo>
                  <a:cubicBezTo>
                    <a:pt x="2631" y="2143"/>
                    <a:pt x="2620" y="2107"/>
                    <a:pt x="2572" y="2072"/>
                  </a:cubicBezTo>
                  <a:cubicBezTo>
                    <a:pt x="2555" y="2055"/>
                    <a:pt x="2520" y="2038"/>
                    <a:pt x="2485" y="2038"/>
                  </a:cubicBezTo>
                  <a:cubicBezTo>
                    <a:pt x="2470" y="2038"/>
                    <a:pt x="2455" y="2041"/>
                    <a:pt x="2441" y="2048"/>
                  </a:cubicBezTo>
                  <a:lnTo>
                    <a:pt x="1238" y="2250"/>
                  </a:lnTo>
                  <a:cubicBezTo>
                    <a:pt x="917" y="2250"/>
                    <a:pt x="691" y="2000"/>
                    <a:pt x="691" y="1691"/>
                  </a:cubicBezTo>
                  <a:lnTo>
                    <a:pt x="691" y="167"/>
                  </a:lnTo>
                  <a:cubicBezTo>
                    <a:pt x="691" y="83"/>
                    <a:pt x="607" y="0"/>
                    <a:pt x="52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34" name="Google Shape;10837;p62"/>
            <p:cNvSpPr/>
            <p:nvPr/>
          </p:nvSpPr>
          <p:spPr>
            <a:xfrm>
              <a:off x="1367060" y="2441912"/>
              <a:ext cx="82184" cy="212139"/>
            </a:xfrm>
            <a:custGeom>
              <a:avLst/>
              <a:gdLst/>
              <a:ahLst/>
              <a:cxnLst/>
              <a:rect l="l" t="t" r="r" b="b"/>
              <a:pathLst>
                <a:path w="2584" h="6670" extrusionOk="0">
                  <a:moveTo>
                    <a:pt x="2415" y="1"/>
                  </a:moveTo>
                  <a:cubicBezTo>
                    <a:pt x="2382" y="1"/>
                    <a:pt x="2350" y="10"/>
                    <a:pt x="2322" y="29"/>
                  </a:cubicBezTo>
                  <a:cubicBezTo>
                    <a:pt x="1274" y="731"/>
                    <a:pt x="655" y="1898"/>
                    <a:pt x="655" y="3148"/>
                  </a:cubicBezTo>
                  <a:cubicBezTo>
                    <a:pt x="655" y="3351"/>
                    <a:pt x="667" y="3541"/>
                    <a:pt x="703" y="3732"/>
                  </a:cubicBezTo>
                  <a:cubicBezTo>
                    <a:pt x="48" y="5708"/>
                    <a:pt x="0" y="5696"/>
                    <a:pt x="0" y="5970"/>
                  </a:cubicBezTo>
                  <a:cubicBezTo>
                    <a:pt x="0" y="6208"/>
                    <a:pt x="84" y="6446"/>
                    <a:pt x="262" y="6625"/>
                  </a:cubicBezTo>
                  <a:cubicBezTo>
                    <a:pt x="295" y="6651"/>
                    <a:pt x="342" y="6670"/>
                    <a:pt x="389" y="6670"/>
                  </a:cubicBezTo>
                  <a:cubicBezTo>
                    <a:pt x="429" y="6670"/>
                    <a:pt x="468" y="6657"/>
                    <a:pt x="500" y="6625"/>
                  </a:cubicBezTo>
                  <a:cubicBezTo>
                    <a:pt x="560" y="6565"/>
                    <a:pt x="584" y="6458"/>
                    <a:pt x="500" y="6375"/>
                  </a:cubicBezTo>
                  <a:cubicBezTo>
                    <a:pt x="358" y="6220"/>
                    <a:pt x="298" y="5982"/>
                    <a:pt x="369" y="5756"/>
                  </a:cubicBezTo>
                  <a:lnTo>
                    <a:pt x="1036" y="3791"/>
                  </a:lnTo>
                  <a:cubicBezTo>
                    <a:pt x="1060" y="3767"/>
                    <a:pt x="1060" y="3732"/>
                    <a:pt x="1036" y="3720"/>
                  </a:cubicBezTo>
                  <a:cubicBezTo>
                    <a:pt x="1012" y="3517"/>
                    <a:pt x="1000" y="3327"/>
                    <a:pt x="1000" y="3148"/>
                  </a:cubicBezTo>
                  <a:cubicBezTo>
                    <a:pt x="1000" y="2005"/>
                    <a:pt x="1560" y="934"/>
                    <a:pt x="2513" y="291"/>
                  </a:cubicBezTo>
                  <a:cubicBezTo>
                    <a:pt x="2572" y="255"/>
                    <a:pt x="2584" y="148"/>
                    <a:pt x="2548" y="76"/>
                  </a:cubicBezTo>
                  <a:cubicBezTo>
                    <a:pt x="2519" y="25"/>
                    <a:pt x="2467" y="1"/>
                    <a:pt x="241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35" name="Google Shape;10838;p62"/>
            <p:cNvSpPr/>
            <p:nvPr/>
          </p:nvSpPr>
          <p:spPr>
            <a:xfrm>
              <a:off x="1456051" y="2422129"/>
              <a:ext cx="180271" cy="162937"/>
            </a:xfrm>
            <a:custGeom>
              <a:avLst/>
              <a:gdLst/>
              <a:ahLst/>
              <a:cxnLst/>
              <a:rect l="l" t="t" r="r" b="b"/>
              <a:pathLst>
                <a:path w="5668" h="5123" extrusionOk="0">
                  <a:moveTo>
                    <a:pt x="1621" y="1"/>
                  </a:moveTo>
                  <a:cubicBezTo>
                    <a:pt x="1104" y="1"/>
                    <a:pt x="591" y="107"/>
                    <a:pt x="119" y="317"/>
                  </a:cubicBezTo>
                  <a:cubicBezTo>
                    <a:pt x="24" y="353"/>
                    <a:pt x="0" y="448"/>
                    <a:pt x="24" y="544"/>
                  </a:cubicBezTo>
                  <a:cubicBezTo>
                    <a:pt x="51" y="616"/>
                    <a:pt x="113" y="648"/>
                    <a:pt x="184" y="648"/>
                  </a:cubicBezTo>
                  <a:cubicBezTo>
                    <a:pt x="205" y="648"/>
                    <a:pt x="228" y="645"/>
                    <a:pt x="250" y="639"/>
                  </a:cubicBezTo>
                  <a:cubicBezTo>
                    <a:pt x="965" y="317"/>
                    <a:pt x="1536" y="365"/>
                    <a:pt x="1643" y="353"/>
                  </a:cubicBezTo>
                  <a:cubicBezTo>
                    <a:pt x="3941" y="365"/>
                    <a:pt x="5644" y="2556"/>
                    <a:pt x="4894" y="4901"/>
                  </a:cubicBezTo>
                  <a:cubicBezTo>
                    <a:pt x="4870" y="4997"/>
                    <a:pt x="4906" y="5080"/>
                    <a:pt x="5001" y="5116"/>
                  </a:cubicBezTo>
                  <a:cubicBezTo>
                    <a:pt x="5018" y="5120"/>
                    <a:pt x="5035" y="5123"/>
                    <a:pt x="5052" y="5123"/>
                  </a:cubicBezTo>
                  <a:cubicBezTo>
                    <a:pt x="5119" y="5123"/>
                    <a:pt x="5184" y="5085"/>
                    <a:pt x="5203" y="5009"/>
                  </a:cubicBezTo>
                  <a:cubicBezTo>
                    <a:pt x="5668" y="3508"/>
                    <a:pt x="5239" y="2044"/>
                    <a:pt x="4263" y="1079"/>
                  </a:cubicBezTo>
                  <a:cubicBezTo>
                    <a:pt x="3524" y="356"/>
                    <a:pt x="2566" y="1"/>
                    <a:pt x="162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36" name="Google Shape;10839;p62"/>
            <p:cNvSpPr/>
            <p:nvPr/>
          </p:nvSpPr>
          <p:spPr>
            <a:xfrm>
              <a:off x="1532160" y="2593590"/>
              <a:ext cx="81834" cy="180207"/>
            </a:xfrm>
            <a:custGeom>
              <a:avLst/>
              <a:gdLst/>
              <a:ahLst/>
              <a:cxnLst/>
              <a:rect l="l" t="t" r="r" b="b"/>
              <a:pathLst>
                <a:path w="2573" h="5666" extrusionOk="0">
                  <a:moveTo>
                    <a:pt x="2399" y="1"/>
                  </a:moveTo>
                  <a:cubicBezTo>
                    <a:pt x="2340" y="1"/>
                    <a:pt x="2284" y="36"/>
                    <a:pt x="2251" y="94"/>
                  </a:cubicBezTo>
                  <a:cubicBezTo>
                    <a:pt x="2096" y="380"/>
                    <a:pt x="1715" y="856"/>
                    <a:pt x="1715" y="1737"/>
                  </a:cubicBezTo>
                  <a:lnTo>
                    <a:pt x="1715" y="5273"/>
                  </a:lnTo>
                  <a:cubicBezTo>
                    <a:pt x="1715" y="5309"/>
                    <a:pt x="1679" y="5332"/>
                    <a:pt x="1655" y="5332"/>
                  </a:cubicBezTo>
                  <a:lnTo>
                    <a:pt x="167" y="5332"/>
                  </a:lnTo>
                  <a:cubicBezTo>
                    <a:pt x="72" y="5332"/>
                    <a:pt x="0" y="5404"/>
                    <a:pt x="0" y="5499"/>
                  </a:cubicBezTo>
                  <a:cubicBezTo>
                    <a:pt x="0" y="5583"/>
                    <a:pt x="72" y="5666"/>
                    <a:pt x="167" y="5666"/>
                  </a:cubicBezTo>
                  <a:lnTo>
                    <a:pt x="1655" y="5666"/>
                  </a:lnTo>
                  <a:cubicBezTo>
                    <a:pt x="1858" y="5666"/>
                    <a:pt x="2036" y="5487"/>
                    <a:pt x="2036" y="5273"/>
                  </a:cubicBezTo>
                  <a:lnTo>
                    <a:pt x="2036" y="1737"/>
                  </a:lnTo>
                  <a:cubicBezTo>
                    <a:pt x="2036" y="963"/>
                    <a:pt x="2382" y="558"/>
                    <a:pt x="2548" y="249"/>
                  </a:cubicBezTo>
                  <a:cubicBezTo>
                    <a:pt x="2572" y="153"/>
                    <a:pt x="2548" y="70"/>
                    <a:pt x="2477" y="22"/>
                  </a:cubicBezTo>
                  <a:cubicBezTo>
                    <a:pt x="2451" y="8"/>
                    <a:pt x="2425" y="1"/>
                    <a:pt x="239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37" name="Google Shape;10840;p62"/>
            <p:cNvSpPr/>
            <p:nvPr/>
          </p:nvSpPr>
          <p:spPr>
            <a:xfrm>
              <a:off x="1425359" y="2572313"/>
              <a:ext cx="24267" cy="17843"/>
            </a:xfrm>
            <a:custGeom>
              <a:avLst/>
              <a:gdLst/>
              <a:ahLst/>
              <a:cxnLst/>
              <a:rect l="l" t="t" r="r" b="b"/>
              <a:pathLst>
                <a:path w="763" h="561" extrusionOk="0">
                  <a:moveTo>
                    <a:pt x="583" y="0"/>
                  </a:moveTo>
                  <a:cubicBezTo>
                    <a:pt x="554" y="0"/>
                    <a:pt x="525" y="8"/>
                    <a:pt x="501" y="25"/>
                  </a:cubicBezTo>
                  <a:lnTo>
                    <a:pt x="96" y="239"/>
                  </a:lnTo>
                  <a:cubicBezTo>
                    <a:pt x="25" y="287"/>
                    <a:pt x="1" y="394"/>
                    <a:pt x="37" y="465"/>
                  </a:cubicBezTo>
                  <a:cubicBezTo>
                    <a:pt x="72" y="525"/>
                    <a:pt x="132" y="560"/>
                    <a:pt x="191" y="560"/>
                  </a:cubicBezTo>
                  <a:cubicBezTo>
                    <a:pt x="215" y="560"/>
                    <a:pt x="251" y="560"/>
                    <a:pt x="275" y="537"/>
                  </a:cubicBezTo>
                  <a:lnTo>
                    <a:pt x="680" y="322"/>
                  </a:lnTo>
                  <a:cubicBezTo>
                    <a:pt x="739" y="263"/>
                    <a:pt x="763" y="156"/>
                    <a:pt x="727" y="84"/>
                  </a:cubicBezTo>
                  <a:cubicBezTo>
                    <a:pt x="696" y="29"/>
                    <a:pt x="639" y="0"/>
                    <a:pt x="58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38" name="Google Shape;10841;p62"/>
            <p:cNvSpPr/>
            <p:nvPr/>
          </p:nvSpPr>
          <p:spPr>
            <a:xfrm>
              <a:off x="1562820" y="2573680"/>
              <a:ext cx="26176" cy="17620"/>
            </a:xfrm>
            <a:custGeom>
              <a:avLst/>
              <a:gdLst/>
              <a:ahLst/>
              <a:cxnLst/>
              <a:rect l="l" t="t" r="r" b="b"/>
              <a:pathLst>
                <a:path w="823" h="554" extrusionOk="0">
                  <a:moveTo>
                    <a:pt x="201" y="1"/>
                  </a:moveTo>
                  <a:cubicBezTo>
                    <a:pt x="143" y="1"/>
                    <a:pt x="81" y="28"/>
                    <a:pt x="48" y="77"/>
                  </a:cubicBezTo>
                  <a:cubicBezTo>
                    <a:pt x="1" y="160"/>
                    <a:pt x="37" y="255"/>
                    <a:pt x="108" y="303"/>
                  </a:cubicBezTo>
                  <a:cubicBezTo>
                    <a:pt x="513" y="529"/>
                    <a:pt x="513" y="553"/>
                    <a:pt x="584" y="553"/>
                  </a:cubicBezTo>
                  <a:cubicBezTo>
                    <a:pt x="763" y="541"/>
                    <a:pt x="822" y="315"/>
                    <a:pt x="680" y="244"/>
                  </a:cubicBezTo>
                  <a:lnTo>
                    <a:pt x="275" y="17"/>
                  </a:lnTo>
                  <a:cubicBezTo>
                    <a:pt x="253" y="6"/>
                    <a:pt x="227" y="1"/>
                    <a:pt x="20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39" name="Google Shape;10842;p62"/>
            <p:cNvSpPr/>
            <p:nvPr/>
          </p:nvSpPr>
          <p:spPr>
            <a:xfrm>
              <a:off x="1448100" y="2481414"/>
              <a:ext cx="125375" cy="191275"/>
            </a:xfrm>
            <a:custGeom>
              <a:avLst/>
              <a:gdLst/>
              <a:ahLst/>
              <a:cxnLst/>
              <a:rect l="l" t="t" r="r" b="b"/>
              <a:pathLst>
                <a:path w="3942" h="6014" extrusionOk="0">
                  <a:moveTo>
                    <a:pt x="1280" y="1498"/>
                  </a:moveTo>
                  <a:cubicBezTo>
                    <a:pt x="1355" y="1498"/>
                    <a:pt x="1429" y="1543"/>
                    <a:pt x="1429" y="1632"/>
                  </a:cubicBezTo>
                  <a:lnTo>
                    <a:pt x="1429" y="1763"/>
                  </a:lnTo>
                  <a:lnTo>
                    <a:pt x="1262" y="1763"/>
                  </a:lnTo>
                  <a:cubicBezTo>
                    <a:pt x="1191" y="1763"/>
                    <a:pt x="1131" y="1704"/>
                    <a:pt x="1131" y="1632"/>
                  </a:cubicBezTo>
                  <a:cubicBezTo>
                    <a:pt x="1131" y="1543"/>
                    <a:pt x="1206" y="1498"/>
                    <a:pt x="1280" y="1498"/>
                  </a:cubicBezTo>
                  <a:close/>
                  <a:moveTo>
                    <a:pt x="2483" y="1498"/>
                  </a:moveTo>
                  <a:cubicBezTo>
                    <a:pt x="2557" y="1498"/>
                    <a:pt x="2632" y="1543"/>
                    <a:pt x="2632" y="1632"/>
                  </a:cubicBezTo>
                  <a:cubicBezTo>
                    <a:pt x="2632" y="1704"/>
                    <a:pt x="2572" y="1763"/>
                    <a:pt x="2501" y="1763"/>
                  </a:cubicBezTo>
                  <a:lnTo>
                    <a:pt x="2334" y="1763"/>
                  </a:lnTo>
                  <a:lnTo>
                    <a:pt x="2334" y="1632"/>
                  </a:lnTo>
                  <a:cubicBezTo>
                    <a:pt x="2334" y="1543"/>
                    <a:pt x="2408" y="1498"/>
                    <a:pt x="2483" y="1498"/>
                  </a:cubicBezTo>
                  <a:close/>
                  <a:moveTo>
                    <a:pt x="1989" y="2085"/>
                  </a:moveTo>
                  <a:lnTo>
                    <a:pt x="1989" y="3776"/>
                  </a:lnTo>
                  <a:lnTo>
                    <a:pt x="1739" y="3776"/>
                  </a:lnTo>
                  <a:lnTo>
                    <a:pt x="1739" y="2085"/>
                  </a:lnTo>
                  <a:close/>
                  <a:moveTo>
                    <a:pt x="2524" y="4097"/>
                  </a:moveTo>
                  <a:lnTo>
                    <a:pt x="2524" y="4430"/>
                  </a:lnTo>
                  <a:lnTo>
                    <a:pt x="1215" y="4430"/>
                  </a:lnTo>
                  <a:lnTo>
                    <a:pt x="1215" y="4097"/>
                  </a:lnTo>
                  <a:close/>
                  <a:moveTo>
                    <a:pt x="2512" y="4752"/>
                  </a:moveTo>
                  <a:lnTo>
                    <a:pt x="2512" y="4942"/>
                  </a:lnTo>
                  <a:lnTo>
                    <a:pt x="2524" y="4942"/>
                  </a:lnTo>
                  <a:cubicBezTo>
                    <a:pt x="2524" y="5026"/>
                    <a:pt x="2465" y="5085"/>
                    <a:pt x="2393" y="5085"/>
                  </a:cubicBezTo>
                  <a:lnTo>
                    <a:pt x="1334" y="5085"/>
                  </a:lnTo>
                  <a:cubicBezTo>
                    <a:pt x="1262" y="5085"/>
                    <a:pt x="1203" y="5026"/>
                    <a:pt x="1203" y="4942"/>
                  </a:cubicBezTo>
                  <a:lnTo>
                    <a:pt x="1203" y="4752"/>
                  </a:lnTo>
                  <a:close/>
                  <a:moveTo>
                    <a:pt x="2227" y="5395"/>
                  </a:moveTo>
                  <a:cubicBezTo>
                    <a:pt x="2203" y="5561"/>
                    <a:pt x="2048" y="5681"/>
                    <a:pt x="1870" y="5681"/>
                  </a:cubicBezTo>
                  <a:cubicBezTo>
                    <a:pt x="1691" y="5681"/>
                    <a:pt x="1548" y="5561"/>
                    <a:pt x="1500" y="5395"/>
                  </a:cubicBezTo>
                  <a:close/>
                  <a:moveTo>
                    <a:pt x="1874" y="1"/>
                  </a:moveTo>
                  <a:cubicBezTo>
                    <a:pt x="834" y="1"/>
                    <a:pt x="0" y="837"/>
                    <a:pt x="0" y="1882"/>
                  </a:cubicBezTo>
                  <a:cubicBezTo>
                    <a:pt x="0" y="2406"/>
                    <a:pt x="215" y="2906"/>
                    <a:pt x="607" y="3264"/>
                  </a:cubicBezTo>
                  <a:cubicBezTo>
                    <a:pt x="786" y="3418"/>
                    <a:pt x="869" y="3656"/>
                    <a:pt x="869" y="3895"/>
                  </a:cubicBezTo>
                  <a:lnTo>
                    <a:pt x="869" y="4942"/>
                  </a:lnTo>
                  <a:cubicBezTo>
                    <a:pt x="869" y="5145"/>
                    <a:pt x="988" y="5300"/>
                    <a:pt x="1155" y="5359"/>
                  </a:cubicBezTo>
                  <a:cubicBezTo>
                    <a:pt x="1191" y="5716"/>
                    <a:pt x="1489" y="6014"/>
                    <a:pt x="1858" y="6014"/>
                  </a:cubicBezTo>
                  <a:cubicBezTo>
                    <a:pt x="2227" y="6014"/>
                    <a:pt x="2524" y="5740"/>
                    <a:pt x="2560" y="5359"/>
                  </a:cubicBezTo>
                  <a:cubicBezTo>
                    <a:pt x="2715" y="5288"/>
                    <a:pt x="2834" y="5121"/>
                    <a:pt x="2834" y="4942"/>
                  </a:cubicBezTo>
                  <a:lnTo>
                    <a:pt x="2834" y="3871"/>
                  </a:lnTo>
                  <a:cubicBezTo>
                    <a:pt x="2834" y="3811"/>
                    <a:pt x="2834" y="3752"/>
                    <a:pt x="2858" y="3692"/>
                  </a:cubicBezTo>
                  <a:cubicBezTo>
                    <a:pt x="2870" y="3609"/>
                    <a:pt x="2822" y="3514"/>
                    <a:pt x="2727" y="3502"/>
                  </a:cubicBezTo>
                  <a:cubicBezTo>
                    <a:pt x="2718" y="3500"/>
                    <a:pt x="2710" y="3500"/>
                    <a:pt x="2701" y="3500"/>
                  </a:cubicBezTo>
                  <a:cubicBezTo>
                    <a:pt x="2627" y="3500"/>
                    <a:pt x="2558" y="3546"/>
                    <a:pt x="2536" y="3621"/>
                  </a:cubicBezTo>
                  <a:cubicBezTo>
                    <a:pt x="2524" y="3668"/>
                    <a:pt x="2524" y="3728"/>
                    <a:pt x="2512" y="3776"/>
                  </a:cubicBezTo>
                  <a:lnTo>
                    <a:pt x="2298" y="3776"/>
                  </a:lnTo>
                  <a:lnTo>
                    <a:pt x="2298" y="2085"/>
                  </a:lnTo>
                  <a:lnTo>
                    <a:pt x="2465" y="2085"/>
                  </a:lnTo>
                  <a:cubicBezTo>
                    <a:pt x="2715" y="2085"/>
                    <a:pt x="2929" y="1882"/>
                    <a:pt x="2929" y="1632"/>
                  </a:cubicBezTo>
                  <a:cubicBezTo>
                    <a:pt x="2929" y="1370"/>
                    <a:pt x="2715" y="1168"/>
                    <a:pt x="2465" y="1168"/>
                  </a:cubicBezTo>
                  <a:lnTo>
                    <a:pt x="2441" y="1168"/>
                  </a:lnTo>
                  <a:cubicBezTo>
                    <a:pt x="2179" y="1168"/>
                    <a:pt x="1977" y="1370"/>
                    <a:pt x="1977" y="1632"/>
                  </a:cubicBezTo>
                  <a:lnTo>
                    <a:pt x="1977" y="1763"/>
                  </a:lnTo>
                  <a:lnTo>
                    <a:pt x="1727" y="1763"/>
                  </a:lnTo>
                  <a:lnTo>
                    <a:pt x="1727" y="1632"/>
                  </a:lnTo>
                  <a:cubicBezTo>
                    <a:pt x="1727" y="1370"/>
                    <a:pt x="1512" y="1168"/>
                    <a:pt x="1262" y="1168"/>
                  </a:cubicBezTo>
                  <a:lnTo>
                    <a:pt x="1227" y="1168"/>
                  </a:lnTo>
                  <a:cubicBezTo>
                    <a:pt x="977" y="1168"/>
                    <a:pt x="774" y="1370"/>
                    <a:pt x="774" y="1632"/>
                  </a:cubicBezTo>
                  <a:cubicBezTo>
                    <a:pt x="774" y="1882"/>
                    <a:pt x="977" y="2085"/>
                    <a:pt x="1227" y="2085"/>
                  </a:cubicBezTo>
                  <a:lnTo>
                    <a:pt x="1393" y="2085"/>
                  </a:lnTo>
                  <a:lnTo>
                    <a:pt x="1393" y="3776"/>
                  </a:lnTo>
                  <a:lnTo>
                    <a:pt x="1191" y="3776"/>
                  </a:lnTo>
                  <a:cubicBezTo>
                    <a:pt x="1155" y="3478"/>
                    <a:pt x="1024" y="3204"/>
                    <a:pt x="810" y="3014"/>
                  </a:cubicBezTo>
                  <a:cubicBezTo>
                    <a:pt x="488" y="2716"/>
                    <a:pt x="310" y="2299"/>
                    <a:pt x="310" y="1871"/>
                  </a:cubicBezTo>
                  <a:cubicBezTo>
                    <a:pt x="310" y="1013"/>
                    <a:pt x="988" y="323"/>
                    <a:pt x="1858" y="323"/>
                  </a:cubicBezTo>
                  <a:lnTo>
                    <a:pt x="1905" y="323"/>
                  </a:lnTo>
                  <a:cubicBezTo>
                    <a:pt x="2715" y="335"/>
                    <a:pt x="3394" y="1013"/>
                    <a:pt x="3405" y="1835"/>
                  </a:cubicBezTo>
                  <a:lnTo>
                    <a:pt x="3405" y="1847"/>
                  </a:lnTo>
                  <a:cubicBezTo>
                    <a:pt x="3405" y="2287"/>
                    <a:pt x="3239" y="2668"/>
                    <a:pt x="2929" y="2966"/>
                  </a:cubicBezTo>
                  <a:cubicBezTo>
                    <a:pt x="2870" y="3025"/>
                    <a:pt x="2858" y="3133"/>
                    <a:pt x="2929" y="3204"/>
                  </a:cubicBezTo>
                  <a:cubicBezTo>
                    <a:pt x="2965" y="3240"/>
                    <a:pt x="3007" y="3258"/>
                    <a:pt x="3048" y="3258"/>
                  </a:cubicBezTo>
                  <a:cubicBezTo>
                    <a:pt x="3090" y="3258"/>
                    <a:pt x="3132" y="3240"/>
                    <a:pt x="3167" y="3204"/>
                  </a:cubicBezTo>
                  <a:cubicBezTo>
                    <a:pt x="3906" y="2502"/>
                    <a:pt x="3941" y="1299"/>
                    <a:pt x="3191" y="561"/>
                  </a:cubicBezTo>
                  <a:cubicBezTo>
                    <a:pt x="2858" y="216"/>
                    <a:pt x="2393" y="1"/>
                    <a:pt x="1917" y="1"/>
                  </a:cubicBezTo>
                  <a:cubicBezTo>
                    <a:pt x="1903" y="1"/>
                    <a:pt x="1888" y="1"/>
                    <a:pt x="187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40" name="Google Shape;10843;p62"/>
            <p:cNvSpPr/>
            <p:nvPr/>
          </p:nvSpPr>
          <p:spPr>
            <a:xfrm>
              <a:off x="1502232" y="2449259"/>
              <a:ext cx="10655" cy="25380"/>
            </a:xfrm>
            <a:custGeom>
              <a:avLst/>
              <a:gdLst/>
              <a:ahLst/>
              <a:cxnLst/>
              <a:rect l="l" t="t" r="r" b="b"/>
              <a:pathLst>
                <a:path w="335" h="798" extrusionOk="0">
                  <a:moveTo>
                    <a:pt x="168" y="0"/>
                  </a:moveTo>
                  <a:cubicBezTo>
                    <a:pt x="84" y="0"/>
                    <a:pt x="1" y="84"/>
                    <a:pt x="1" y="167"/>
                  </a:cubicBezTo>
                  <a:lnTo>
                    <a:pt x="1" y="631"/>
                  </a:lnTo>
                  <a:cubicBezTo>
                    <a:pt x="1" y="715"/>
                    <a:pt x="84" y="798"/>
                    <a:pt x="168" y="798"/>
                  </a:cubicBezTo>
                  <a:cubicBezTo>
                    <a:pt x="263" y="798"/>
                    <a:pt x="334" y="715"/>
                    <a:pt x="334" y="631"/>
                  </a:cubicBezTo>
                  <a:lnTo>
                    <a:pt x="334" y="167"/>
                  </a:lnTo>
                  <a:cubicBezTo>
                    <a:pt x="334" y="84"/>
                    <a:pt x="263" y="0"/>
                    <a:pt x="16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41" name="Google Shape;10844;p62"/>
            <p:cNvSpPr/>
            <p:nvPr/>
          </p:nvSpPr>
          <p:spPr>
            <a:xfrm>
              <a:off x="1458309" y="2460582"/>
              <a:ext cx="18988" cy="23090"/>
            </a:xfrm>
            <a:custGeom>
              <a:avLst/>
              <a:gdLst/>
              <a:ahLst/>
              <a:cxnLst/>
              <a:rect l="l" t="t" r="r" b="b"/>
              <a:pathLst>
                <a:path w="597" h="726" extrusionOk="0">
                  <a:moveTo>
                    <a:pt x="190" y="1"/>
                  </a:moveTo>
                  <a:cubicBezTo>
                    <a:pt x="161" y="1"/>
                    <a:pt x="132" y="9"/>
                    <a:pt x="108" y="25"/>
                  </a:cubicBezTo>
                  <a:cubicBezTo>
                    <a:pt x="25" y="61"/>
                    <a:pt x="1" y="168"/>
                    <a:pt x="48" y="240"/>
                  </a:cubicBezTo>
                  <a:lnTo>
                    <a:pt x="275" y="644"/>
                  </a:lnTo>
                  <a:cubicBezTo>
                    <a:pt x="299" y="693"/>
                    <a:pt x="357" y="726"/>
                    <a:pt x="414" y="726"/>
                  </a:cubicBezTo>
                  <a:cubicBezTo>
                    <a:pt x="441" y="726"/>
                    <a:pt x="466" y="719"/>
                    <a:pt x="489" y="704"/>
                  </a:cubicBezTo>
                  <a:cubicBezTo>
                    <a:pt x="572" y="656"/>
                    <a:pt x="596" y="573"/>
                    <a:pt x="548" y="478"/>
                  </a:cubicBezTo>
                  <a:lnTo>
                    <a:pt x="322" y="85"/>
                  </a:lnTo>
                  <a:cubicBezTo>
                    <a:pt x="299" y="30"/>
                    <a:pt x="244" y="1"/>
                    <a:pt x="19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42" name="Google Shape;10845;p62"/>
            <p:cNvSpPr/>
            <p:nvPr/>
          </p:nvSpPr>
          <p:spPr>
            <a:xfrm>
              <a:off x="1425741" y="2492768"/>
              <a:ext cx="25031" cy="17874"/>
            </a:xfrm>
            <a:custGeom>
              <a:avLst/>
              <a:gdLst/>
              <a:ahLst/>
              <a:cxnLst/>
              <a:rect l="l" t="t" r="r" b="b"/>
              <a:pathLst>
                <a:path w="787" h="562" extrusionOk="0">
                  <a:moveTo>
                    <a:pt x="181" y="1"/>
                  </a:moveTo>
                  <a:cubicBezTo>
                    <a:pt x="126" y="1"/>
                    <a:pt x="72" y="30"/>
                    <a:pt x="48" y="85"/>
                  </a:cubicBezTo>
                  <a:cubicBezTo>
                    <a:pt x="1" y="156"/>
                    <a:pt x="25" y="263"/>
                    <a:pt x="108" y="299"/>
                  </a:cubicBezTo>
                  <a:cubicBezTo>
                    <a:pt x="501" y="525"/>
                    <a:pt x="501" y="561"/>
                    <a:pt x="584" y="561"/>
                  </a:cubicBezTo>
                  <a:cubicBezTo>
                    <a:pt x="632" y="561"/>
                    <a:pt x="703" y="525"/>
                    <a:pt x="727" y="466"/>
                  </a:cubicBezTo>
                  <a:cubicBezTo>
                    <a:pt x="787" y="394"/>
                    <a:pt x="751" y="287"/>
                    <a:pt x="668" y="240"/>
                  </a:cubicBezTo>
                  <a:lnTo>
                    <a:pt x="263" y="25"/>
                  </a:lnTo>
                  <a:cubicBezTo>
                    <a:pt x="238" y="9"/>
                    <a:pt x="209" y="1"/>
                    <a:pt x="18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43" name="Google Shape;10846;p62"/>
            <p:cNvSpPr/>
            <p:nvPr/>
          </p:nvSpPr>
          <p:spPr>
            <a:xfrm>
              <a:off x="1414768" y="2535959"/>
              <a:ext cx="25031" cy="10655"/>
            </a:xfrm>
            <a:custGeom>
              <a:avLst/>
              <a:gdLst/>
              <a:ahLst/>
              <a:cxnLst/>
              <a:rect l="l" t="t" r="r" b="b"/>
              <a:pathLst>
                <a:path w="787" h="335" extrusionOk="0">
                  <a:moveTo>
                    <a:pt x="167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51"/>
                    <a:pt x="72" y="334"/>
                    <a:pt x="167" y="334"/>
                  </a:cubicBezTo>
                  <a:lnTo>
                    <a:pt x="632" y="334"/>
                  </a:lnTo>
                  <a:cubicBezTo>
                    <a:pt x="715" y="334"/>
                    <a:pt x="786" y="251"/>
                    <a:pt x="786" y="167"/>
                  </a:cubicBezTo>
                  <a:cubicBezTo>
                    <a:pt x="786" y="72"/>
                    <a:pt x="715" y="1"/>
                    <a:pt x="63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44" name="Google Shape;10847;p62"/>
            <p:cNvSpPr/>
            <p:nvPr/>
          </p:nvSpPr>
          <p:spPr>
            <a:xfrm>
              <a:off x="1573825" y="2537104"/>
              <a:ext cx="24999" cy="10241"/>
            </a:xfrm>
            <a:custGeom>
              <a:avLst/>
              <a:gdLst/>
              <a:ahLst/>
              <a:cxnLst/>
              <a:rect l="l" t="t" r="r" b="b"/>
              <a:pathLst>
                <a:path w="786" h="322" extrusionOk="0">
                  <a:moveTo>
                    <a:pt x="167" y="0"/>
                  </a:moveTo>
                  <a:cubicBezTo>
                    <a:pt x="72" y="0"/>
                    <a:pt x="0" y="72"/>
                    <a:pt x="0" y="155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631" y="322"/>
                  </a:lnTo>
                  <a:cubicBezTo>
                    <a:pt x="715" y="322"/>
                    <a:pt x="786" y="251"/>
                    <a:pt x="786" y="155"/>
                  </a:cubicBezTo>
                  <a:cubicBezTo>
                    <a:pt x="786" y="72"/>
                    <a:pt x="715" y="0"/>
                    <a:pt x="63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45" name="Google Shape;10848;p62"/>
            <p:cNvSpPr/>
            <p:nvPr/>
          </p:nvSpPr>
          <p:spPr>
            <a:xfrm>
              <a:off x="1563965" y="2493627"/>
              <a:ext cx="24649" cy="17525"/>
            </a:xfrm>
            <a:custGeom>
              <a:avLst/>
              <a:gdLst/>
              <a:ahLst/>
              <a:cxnLst/>
              <a:rect l="l" t="t" r="r" b="b"/>
              <a:pathLst>
                <a:path w="775" h="551" extrusionOk="0">
                  <a:moveTo>
                    <a:pt x="576" y="0"/>
                  </a:moveTo>
                  <a:cubicBezTo>
                    <a:pt x="549" y="0"/>
                    <a:pt x="523" y="7"/>
                    <a:pt x="501" y="22"/>
                  </a:cubicBezTo>
                  <a:lnTo>
                    <a:pt x="108" y="248"/>
                  </a:lnTo>
                  <a:cubicBezTo>
                    <a:pt x="24" y="296"/>
                    <a:pt x="1" y="391"/>
                    <a:pt x="48" y="475"/>
                  </a:cubicBezTo>
                  <a:cubicBezTo>
                    <a:pt x="73" y="524"/>
                    <a:pt x="132" y="550"/>
                    <a:pt x="189" y="550"/>
                  </a:cubicBezTo>
                  <a:cubicBezTo>
                    <a:pt x="215" y="550"/>
                    <a:pt x="240" y="545"/>
                    <a:pt x="263" y="534"/>
                  </a:cubicBezTo>
                  <a:lnTo>
                    <a:pt x="667" y="308"/>
                  </a:lnTo>
                  <a:cubicBezTo>
                    <a:pt x="739" y="260"/>
                    <a:pt x="774" y="153"/>
                    <a:pt x="727" y="82"/>
                  </a:cubicBezTo>
                  <a:cubicBezTo>
                    <a:pt x="694" y="33"/>
                    <a:pt x="633" y="0"/>
                    <a:pt x="57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46" name="Google Shape;10849;p62"/>
            <p:cNvSpPr/>
            <p:nvPr/>
          </p:nvSpPr>
          <p:spPr>
            <a:xfrm>
              <a:off x="1537853" y="2461440"/>
              <a:ext cx="18956" cy="23090"/>
            </a:xfrm>
            <a:custGeom>
              <a:avLst/>
              <a:gdLst/>
              <a:ahLst/>
              <a:cxnLst/>
              <a:rect l="l" t="t" r="r" b="b"/>
              <a:pathLst>
                <a:path w="596" h="726" extrusionOk="0">
                  <a:moveTo>
                    <a:pt x="414" y="0"/>
                  </a:moveTo>
                  <a:cubicBezTo>
                    <a:pt x="357" y="0"/>
                    <a:pt x="298" y="33"/>
                    <a:pt x="274" y="82"/>
                  </a:cubicBezTo>
                  <a:lnTo>
                    <a:pt x="48" y="486"/>
                  </a:lnTo>
                  <a:cubicBezTo>
                    <a:pt x="0" y="558"/>
                    <a:pt x="36" y="665"/>
                    <a:pt x="107" y="701"/>
                  </a:cubicBezTo>
                  <a:cubicBezTo>
                    <a:pt x="132" y="718"/>
                    <a:pt x="162" y="725"/>
                    <a:pt x="192" y="725"/>
                  </a:cubicBezTo>
                  <a:cubicBezTo>
                    <a:pt x="247" y="725"/>
                    <a:pt x="303" y="699"/>
                    <a:pt x="333" y="653"/>
                  </a:cubicBezTo>
                  <a:lnTo>
                    <a:pt x="548" y="248"/>
                  </a:lnTo>
                  <a:cubicBezTo>
                    <a:pt x="595" y="177"/>
                    <a:pt x="572" y="70"/>
                    <a:pt x="488" y="22"/>
                  </a:cubicBezTo>
                  <a:cubicBezTo>
                    <a:pt x="466" y="7"/>
                    <a:pt x="440" y="0"/>
                    <a:pt x="41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</p:grpSp>
      <p:grpSp>
        <p:nvGrpSpPr>
          <p:cNvPr id="147" name="Google Shape;11032;p62"/>
          <p:cNvGrpSpPr/>
          <p:nvPr/>
        </p:nvGrpSpPr>
        <p:grpSpPr>
          <a:xfrm>
            <a:off x="6360584" y="2455793"/>
            <a:ext cx="341204" cy="359301"/>
            <a:chOff x="862283" y="4274771"/>
            <a:chExt cx="341204" cy="359301"/>
          </a:xfrm>
        </p:grpSpPr>
        <p:sp>
          <p:nvSpPr>
            <p:cNvPr id="148" name="Google Shape;11033;p62"/>
            <p:cNvSpPr/>
            <p:nvPr/>
          </p:nvSpPr>
          <p:spPr>
            <a:xfrm>
              <a:off x="1100089" y="4490790"/>
              <a:ext cx="24267" cy="17366"/>
            </a:xfrm>
            <a:custGeom>
              <a:avLst/>
              <a:gdLst/>
              <a:ahLst/>
              <a:cxnLst/>
              <a:rect l="l" t="t" r="r" b="b"/>
              <a:pathLst>
                <a:path w="763" h="546" extrusionOk="0">
                  <a:moveTo>
                    <a:pt x="561" y="0"/>
                  </a:moveTo>
                  <a:cubicBezTo>
                    <a:pt x="536" y="0"/>
                    <a:pt x="510" y="7"/>
                    <a:pt x="489" y="22"/>
                  </a:cubicBezTo>
                  <a:lnTo>
                    <a:pt x="108" y="224"/>
                  </a:lnTo>
                  <a:cubicBezTo>
                    <a:pt x="24" y="272"/>
                    <a:pt x="0" y="379"/>
                    <a:pt x="48" y="450"/>
                  </a:cubicBezTo>
                  <a:cubicBezTo>
                    <a:pt x="72" y="510"/>
                    <a:pt x="131" y="545"/>
                    <a:pt x="191" y="545"/>
                  </a:cubicBezTo>
                  <a:cubicBezTo>
                    <a:pt x="227" y="545"/>
                    <a:pt x="250" y="545"/>
                    <a:pt x="262" y="522"/>
                  </a:cubicBezTo>
                  <a:lnTo>
                    <a:pt x="655" y="319"/>
                  </a:lnTo>
                  <a:cubicBezTo>
                    <a:pt x="727" y="272"/>
                    <a:pt x="762" y="164"/>
                    <a:pt x="715" y="93"/>
                  </a:cubicBezTo>
                  <a:cubicBezTo>
                    <a:pt x="682" y="35"/>
                    <a:pt x="620" y="0"/>
                    <a:pt x="56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49" name="Google Shape;11034;p62"/>
            <p:cNvSpPr/>
            <p:nvPr/>
          </p:nvSpPr>
          <p:spPr>
            <a:xfrm>
              <a:off x="1100089" y="4476001"/>
              <a:ext cx="24267" cy="17397"/>
            </a:xfrm>
            <a:custGeom>
              <a:avLst/>
              <a:gdLst/>
              <a:ahLst/>
              <a:cxnLst/>
              <a:rect l="l" t="t" r="r" b="b"/>
              <a:pathLst>
                <a:path w="763" h="547" extrusionOk="0">
                  <a:moveTo>
                    <a:pt x="561" y="1"/>
                  </a:moveTo>
                  <a:cubicBezTo>
                    <a:pt x="536" y="1"/>
                    <a:pt x="510" y="8"/>
                    <a:pt x="489" y="22"/>
                  </a:cubicBezTo>
                  <a:lnTo>
                    <a:pt x="108" y="236"/>
                  </a:lnTo>
                  <a:cubicBezTo>
                    <a:pt x="24" y="272"/>
                    <a:pt x="0" y="379"/>
                    <a:pt x="48" y="451"/>
                  </a:cubicBezTo>
                  <a:cubicBezTo>
                    <a:pt x="72" y="510"/>
                    <a:pt x="131" y="546"/>
                    <a:pt x="191" y="546"/>
                  </a:cubicBezTo>
                  <a:cubicBezTo>
                    <a:pt x="227" y="546"/>
                    <a:pt x="250" y="546"/>
                    <a:pt x="262" y="534"/>
                  </a:cubicBezTo>
                  <a:lnTo>
                    <a:pt x="655" y="320"/>
                  </a:lnTo>
                  <a:cubicBezTo>
                    <a:pt x="727" y="272"/>
                    <a:pt x="762" y="177"/>
                    <a:pt x="715" y="94"/>
                  </a:cubicBezTo>
                  <a:cubicBezTo>
                    <a:pt x="682" y="36"/>
                    <a:pt x="620" y="1"/>
                    <a:pt x="56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50" name="Google Shape;11035;p62"/>
            <p:cNvSpPr/>
            <p:nvPr/>
          </p:nvSpPr>
          <p:spPr>
            <a:xfrm>
              <a:off x="862283" y="4274771"/>
              <a:ext cx="341204" cy="359301"/>
            </a:xfrm>
            <a:custGeom>
              <a:avLst/>
              <a:gdLst/>
              <a:ahLst/>
              <a:cxnLst/>
              <a:rect l="l" t="t" r="r" b="b"/>
              <a:pathLst>
                <a:path w="10728" h="11297" extrusionOk="0">
                  <a:moveTo>
                    <a:pt x="5203" y="444"/>
                  </a:moveTo>
                  <a:lnTo>
                    <a:pt x="5203" y="2194"/>
                  </a:lnTo>
                  <a:lnTo>
                    <a:pt x="2084" y="3920"/>
                  </a:lnTo>
                  <a:lnTo>
                    <a:pt x="512" y="3051"/>
                  </a:lnTo>
                  <a:lnTo>
                    <a:pt x="5203" y="444"/>
                  </a:lnTo>
                  <a:close/>
                  <a:moveTo>
                    <a:pt x="5537" y="444"/>
                  </a:moveTo>
                  <a:lnTo>
                    <a:pt x="10228" y="3051"/>
                  </a:lnTo>
                  <a:lnTo>
                    <a:pt x="8656" y="3920"/>
                  </a:lnTo>
                  <a:lnTo>
                    <a:pt x="5537" y="2194"/>
                  </a:lnTo>
                  <a:lnTo>
                    <a:pt x="5537" y="444"/>
                  </a:lnTo>
                  <a:close/>
                  <a:moveTo>
                    <a:pt x="5382" y="2480"/>
                  </a:moveTo>
                  <a:lnTo>
                    <a:pt x="8311" y="4099"/>
                  </a:lnTo>
                  <a:lnTo>
                    <a:pt x="5382" y="5730"/>
                  </a:lnTo>
                  <a:lnTo>
                    <a:pt x="2441" y="4099"/>
                  </a:lnTo>
                  <a:lnTo>
                    <a:pt x="5382" y="2480"/>
                  </a:lnTo>
                  <a:close/>
                  <a:moveTo>
                    <a:pt x="346" y="3325"/>
                  </a:moveTo>
                  <a:lnTo>
                    <a:pt x="1941" y="4206"/>
                  </a:lnTo>
                  <a:lnTo>
                    <a:pt x="1941" y="7278"/>
                  </a:lnTo>
                  <a:lnTo>
                    <a:pt x="346" y="7992"/>
                  </a:lnTo>
                  <a:lnTo>
                    <a:pt x="346" y="3325"/>
                  </a:lnTo>
                  <a:close/>
                  <a:moveTo>
                    <a:pt x="2262" y="4385"/>
                  </a:moveTo>
                  <a:lnTo>
                    <a:pt x="3477" y="5051"/>
                  </a:lnTo>
                  <a:lnTo>
                    <a:pt x="5215" y="6028"/>
                  </a:lnTo>
                  <a:lnTo>
                    <a:pt x="5215" y="8921"/>
                  </a:lnTo>
                  <a:lnTo>
                    <a:pt x="2262" y="7290"/>
                  </a:lnTo>
                  <a:lnTo>
                    <a:pt x="2262" y="4385"/>
                  </a:lnTo>
                  <a:close/>
                  <a:moveTo>
                    <a:pt x="8489" y="4385"/>
                  </a:moveTo>
                  <a:lnTo>
                    <a:pt x="8489" y="7290"/>
                  </a:lnTo>
                  <a:lnTo>
                    <a:pt x="5537" y="8921"/>
                  </a:lnTo>
                  <a:lnTo>
                    <a:pt x="5537" y="6028"/>
                  </a:lnTo>
                  <a:lnTo>
                    <a:pt x="8489" y="4385"/>
                  </a:lnTo>
                  <a:close/>
                  <a:moveTo>
                    <a:pt x="5374" y="0"/>
                  </a:moveTo>
                  <a:cubicBezTo>
                    <a:pt x="5346" y="0"/>
                    <a:pt x="5316" y="9"/>
                    <a:pt x="5287" y="27"/>
                  </a:cubicBezTo>
                  <a:lnTo>
                    <a:pt x="96" y="2896"/>
                  </a:lnTo>
                  <a:cubicBezTo>
                    <a:pt x="36" y="2932"/>
                    <a:pt x="0" y="2992"/>
                    <a:pt x="0" y="3051"/>
                  </a:cubicBezTo>
                  <a:lnTo>
                    <a:pt x="0" y="8242"/>
                  </a:lnTo>
                  <a:cubicBezTo>
                    <a:pt x="0" y="8302"/>
                    <a:pt x="36" y="8361"/>
                    <a:pt x="96" y="8385"/>
                  </a:cubicBezTo>
                  <a:lnTo>
                    <a:pt x="2382" y="9659"/>
                  </a:lnTo>
                  <a:cubicBezTo>
                    <a:pt x="2407" y="9670"/>
                    <a:pt x="2434" y="9676"/>
                    <a:pt x="2461" y="9676"/>
                  </a:cubicBezTo>
                  <a:cubicBezTo>
                    <a:pt x="2519" y="9676"/>
                    <a:pt x="2575" y="9649"/>
                    <a:pt x="2608" y="9600"/>
                  </a:cubicBezTo>
                  <a:cubicBezTo>
                    <a:pt x="2655" y="9516"/>
                    <a:pt x="2620" y="9421"/>
                    <a:pt x="2548" y="9373"/>
                  </a:cubicBezTo>
                  <a:lnTo>
                    <a:pt x="548" y="8266"/>
                  </a:lnTo>
                  <a:lnTo>
                    <a:pt x="2096" y="7587"/>
                  </a:lnTo>
                  <a:lnTo>
                    <a:pt x="5227" y="9314"/>
                  </a:lnTo>
                  <a:lnTo>
                    <a:pt x="5227" y="10862"/>
                  </a:lnTo>
                  <a:lnTo>
                    <a:pt x="3215" y="9742"/>
                  </a:lnTo>
                  <a:cubicBezTo>
                    <a:pt x="3193" y="9727"/>
                    <a:pt x="3167" y="9721"/>
                    <a:pt x="3140" y="9721"/>
                  </a:cubicBezTo>
                  <a:cubicBezTo>
                    <a:pt x="3082" y="9721"/>
                    <a:pt x="3021" y="9753"/>
                    <a:pt x="2989" y="9802"/>
                  </a:cubicBezTo>
                  <a:cubicBezTo>
                    <a:pt x="2953" y="9873"/>
                    <a:pt x="2977" y="9981"/>
                    <a:pt x="3060" y="10028"/>
                  </a:cubicBezTo>
                  <a:lnTo>
                    <a:pt x="5299" y="11278"/>
                  </a:lnTo>
                  <a:cubicBezTo>
                    <a:pt x="5322" y="11290"/>
                    <a:pt x="5349" y="11296"/>
                    <a:pt x="5377" y="11296"/>
                  </a:cubicBezTo>
                  <a:cubicBezTo>
                    <a:pt x="5406" y="11296"/>
                    <a:pt x="5435" y="11290"/>
                    <a:pt x="5465" y="11278"/>
                  </a:cubicBezTo>
                  <a:lnTo>
                    <a:pt x="7835" y="9969"/>
                  </a:lnTo>
                  <a:cubicBezTo>
                    <a:pt x="7906" y="9921"/>
                    <a:pt x="7930" y="9814"/>
                    <a:pt x="7894" y="9742"/>
                  </a:cubicBezTo>
                  <a:cubicBezTo>
                    <a:pt x="7861" y="9693"/>
                    <a:pt x="7801" y="9661"/>
                    <a:pt x="7743" y="9661"/>
                  </a:cubicBezTo>
                  <a:cubicBezTo>
                    <a:pt x="7716" y="9661"/>
                    <a:pt x="7690" y="9668"/>
                    <a:pt x="7668" y="9683"/>
                  </a:cubicBezTo>
                  <a:lnTo>
                    <a:pt x="5561" y="10862"/>
                  </a:lnTo>
                  <a:lnTo>
                    <a:pt x="5561" y="9314"/>
                  </a:lnTo>
                  <a:lnTo>
                    <a:pt x="8680" y="7587"/>
                  </a:lnTo>
                  <a:lnTo>
                    <a:pt x="10228" y="8266"/>
                  </a:lnTo>
                  <a:lnTo>
                    <a:pt x="8335" y="9314"/>
                  </a:lnTo>
                  <a:cubicBezTo>
                    <a:pt x="8263" y="9361"/>
                    <a:pt x="8239" y="9457"/>
                    <a:pt x="8275" y="9540"/>
                  </a:cubicBezTo>
                  <a:cubicBezTo>
                    <a:pt x="8311" y="9600"/>
                    <a:pt x="8370" y="9623"/>
                    <a:pt x="8430" y="9623"/>
                  </a:cubicBezTo>
                  <a:cubicBezTo>
                    <a:pt x="8454" y="9623"/>
                    <a:pt x="8489" y="9623"/>
                    <a:pt x="8501" y="9611"/>
                  </a:cubicBezTo>
                  <a:lnTo>
                    <a:pt x="10680" y="8409"/>
                  </a:lnTo>
                  <a:cubicBezTo>
                    <a:pt x="10680" y="8373"/>
                    <a:pt x="10692" y="8349"/>
                    <a:pt x="10704" y="8326"/>
                  </a:cubicBezTo>
                  <a:cubicBezTo>
                    <a:pt x="10716" y="8302"/>
                    <a:pt x="10728" y="8266"/>
                    <a:pt x="10728" y="8242"/>
                  </a:cubicBezTo>
                  <a:lnTo>
                    <a:pt x="10728" y="6778"/>
                  </a:lnTo>
                  <a:cubicBezTo>
                    <a:pt x="10728" y="6694"/>
                    <a:pt x="10656" y="6623"/>
                    <a:pt x="10573" y="6623"/>
                  </a:cubicBezTo>
                  <a:cubicBezTo>
                    <a:pt x="10478" y="6623"/>
                    <a:pt x="10406" y="6694"/>
                    <a:pt x="10406" y="6778"/>
                  </a:cubicBezTo>
                  <a:lnTo>
                    <a:pt x="10406" y="7992"/>
                  </a:lnTo>
                  <a:lnTo>
                    <a:pt x="8811" y="7278"/>
                  </a:lnTo>
                  <a:lnTo>
                    <a:pt x="8811" y="4206"/>
                  </a:lnTo>
                  <a:lnTo>
                    <a:pt x="10406" y="3325"/>
                  </a:lnTo>
                  <a:lnTo>
                    <a:pt x="10406" y="6063"/>
                  </a:lnTo>
                  <a:cubicBezTo>
                    <a:pt x="10406" y="6159"/>
                    <a:pt x="10478" y="6230"/>
                    <a:pt x="10573" y="6230"/>
                  </a:cubicBezTo>
                  <a:cubicBezTo>
                    <a:pt x="10656" y="6230"/>
                    <a:pt x="10728" y="6159"/>
                    <a:pt x="10728" y="6063"/>
                  </a:cubicBezTo>
                  <a:lnTo>
                    <a:pt x="10728" y="3051"/>
                  </a:lnTo>
                  <a:cubicBezTo>
                    <a:pt x="10728" y="2992"/>
                    <a:pt x="10704" y="2932"/>
                    <a:pt x="10644" y="2896"/>
                  </a:cubicBezTo>
                  <a:lnTo>
                    <a:pt x="5453" y="27"/>
                  </a:lnTo>
                  <a:cubicBezTo>
                    <a:pt x="5430" y="9"/>
                    <a:pt x="5403" y="0"/>
                    <a:pt x="537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</p:grpSp>
      <p:grpSp>
        <p:nvGrpSpPr>
          <p:cNvPr id="151" name="Google Shape;11036;p62"/>
          <p:cNvGrpSpPr/>
          <p:nvPr/>
        </p:nvGrpSpPr>
        <p:grpSpPr>
          <a:xfrm>
            <a:off x="2084758" y="3024390"/>
            <a:ext cx="301861" cy="332871"/>
            <a:chOff x="1396957" y="4287365"/>
            <a:chExt cx="301861" cy="332871"/>
          </a:xfrm>
        </p:grpSpPr>
        <p:sp>
          <p:nvSpPr>
            <p:cNvPr id="152" name="Google Shape;11037;p62"/>
            <p:cNvSpPr/>
            <p:nvPr/>
          </p:nvSpPr>
          <p:spPr>
            <a:xfrm>
              <a:off x="1396957" y="4287365"/>
              <a:ext cx="301861" cy="332871"/>
            </a:xfrm>
            <a:custGeom>
              <a:avLst/>
              <a:gdLst/>
              <a:ahLst/>
              <a:cxnLst/>
              <a:rect l="l" t="t" r="r" b="b"/>
              <a:pathLst>
                <a:path w="9491" h="10466" extrusionOk="0">
                  <a:moveTo>
                    <a:pt x="751" y="2417"/>
                  </a:moveTo>
                  <a:lnTo>
                    <a:pt x="930" y="2619"/>
                  </a:lnTo>
                  <a:lnTo>
                    <a:pt x="513" y="2989"/>
                  </a:lnTo>
                  <a:lnTo>
                    <a:pt x="334" y="2786"/>
                  </a:lnTo>
                  <a:lnTo>
                    <a:pt x="751" y="2417"/>
                  </a:lnTo>
                  <a:close/>
                  <a:moveTo>
                    <a:pt x="1132" y="2834"/>
                  </a:moveTo>
                  <a:lnTo>
                    <a:pt x="3394" y="5346"/>
                  </a:lnTo>
                  <a:lnTo>
                    <a:pt x="3299" y="5429"/>
                  </a:lnTo>
                  <a:lnTo>
                    <a:pt x="1037" y="2917"/>
                  </a:lnTo>
                  <a:lnTo>
                    <a:pt x="1132" y="2834"/>
                  </a:lnTo>
                  <a:close/>
                  <a:moveTo>
                    <a:pt x="811" y="3131"/>
                  </a:moveTo>
                  <a:lnTo>
                    <a:pt x="3073" y="5644"/>
                  </a:lnTo>
                  <a:lnTo>
                    <a:pt x="2989" y="5727"/>
                  </a:lnTo>
                  <a:lnTo>
                    <a:pt x="727" y="3215"/>
                  </a:lnTo>
                  <a:lnTo>
                    <a:pt x="811" y="3131"/>
                  </a:lnTo>
                  <a:close/>
                  <a:moveTo>
                    <a:pt x="3478" y="5691"/>
                  </a:moveTo>
                  <a:lnTo>
                    <a:pt x="3597" y="5989"/>
                  </a:lnTo>
                  <a:lnTo>
                    <a:pt x="3299" y="5846"/>
                  </a:lnTo>
                  <a:lnTo>
                    <a:pt x="3478" y="5691"/>
                  </a:lnTo>
                  <a:close/>
                  <a:moveTo>
                    <a:pt x="3216" y="0"/>
                  </a:moveTo>
                  <a:cubicBezTo>
                    <a:pt x="3013" y="0"/>
                    <a:pt x="2858" y="167"/>
                    <a:pt x="2858" y="357"/>
                  </a:cubicBezTo>
                  <a:lnTo>
                    <a:pt x="2858" y="4286"/>
                  </a:lnTo>
                  <a:lnTo>
                    <a:pt x="977" y="2203"/>
                  </a:lnTo>
                  <a:cubicBezTo>
                    <a:pt x="918" y="2143"/>
                    <a:pt x="846" y="2119"/>
                    <a:pt x="775" y="2096"/>
                  </a:cubicBezTo>
                  <a:cubicBezTo>
                    <a:pt x="691" y="2096"/>
                    <a:pt x="608" y="2131"/>
                    <a:pt x="549" y="2167"/>
                  </a:cubicBezTo>
                  <a:lnTo>
                    <a:pt x="132" y="2548"/>
                  </a:lnTo>
                  <a:cubicBezTo>
                    <a:pt x="13" y="2667"/>
                    <a:pt x="1" y="2858"/>
                    <a:pt x="96" y="2977"/>
                  </a:cubicBezTo>
                  <a:lnTo>
                    <a:pt x="2751" y="5917"/>
                  </a:lnTo>
                  <a:cubicBezTo>
                    <a:pt x="2775" y="5953"/>
                    <a:pt x="2811" y="5977"/>
                    <a:pt x="2858" y="6001"/>
                  </a:cubicBezTo>
                  <a:lnTo>
                    <a:pt x="2858" y="8358"/>
                  </a:lnTo>
                  <a:lnTo>
                    <a:pt x="2263" y="8358"/>
                  </a:lnTo>
                  <a:cubicBezTo>
                    <a:pt x="2168" y="8358"/>
                    <a:pt x="2108" y="8442"/>
                    <a:pt x="2108" y="8513"/>
                  </a:cubicBezTo>
                  <a:cubicBezTo>
                    <a:pt x="2108" y="8596"/>
                    <a:pt x="2180" y="8656"/>
                    <a:pt x="2263" y="8656"/>
                  </a:cubicBezTo>
                  <a:lnTo>
                    <a:pt x="6502" y="8656"/>
                  </a:lnTo>
                  <a:cubicBezTo>
                    <a:pt x="6526" y="8656"/>
                    <a:pt x="6549" y="8692"/>
                    <a:pt x="6549" y="8704"/>
                  </a:cubicBezTo>
                  <a:lnTo>
                    <a:pt x="6549" y="9013"/>
                  </a:lnTo>
                  <a:cubicBezTo>
                    <a:pt x="6549" y="9477"/>
                    <a:pt x="6752" y="9882"/>
                    <a:pt x="7097" y="10144"/>
                  </a:cubicBezTo>
                  <a:lnTo>
                    <a:pt x="1644" y="10144"/>
                  </a:lnTo>
                  <a:cubicBezTo>
                    <a:pt x="1025" y="10144"/>
                    <a:pt x="513" y="9644"/>
                    <a:pt x="513" y="9013"/>
                  </a:cubicBezTo>
                  <a:lnTo>
                    <a:pt x="513" y="8704"/>
                  </a:lnTo>
                  <a:cubicBezTo>
                    <a:pt x="513" y="8680"/>
                    <a:pt x="549" y="8656"/>
                    <a:pt x="561" y="8656"/>
                  </a:cubicBezTo>
                  <a:lnTo>
                    <a:pt x="1573" y="8656"/>
                  </a:lnTo>
                  <a:cubicBezTo>
                    <a:pt x="1668" y="8656"/>
                    <a:pt x="1727" y="8584"/>
                    <a:pt x="1727" y="8513"/>
                  </a:cubicBezTo>
                  <a:cubicBezTo>
                    <a:pt x="1727" y="8418"/>
                    <a:pt x="1644" y="8358"/>
                    <a:pt x="1573" y="8358"/>
                  </a:cubicBezTo>
                  <a:lnTo>
                    <a:pt x="561" y="8358"/>
                  </a:lnTo>
                  <a:cubicBezTo>
                    <a:pt x="370" y="8358"/>
                    <a:pt x="203" y="8525"/>
                    <a:pt x="203" y="8715"/>
                  </a:cubicBezTo>
                  <a:lnTo>
                    <a:pt x="203" y="9037"/>
                  </a:lnTo>
                  <a:cubicBezTo>
                    <a:pt x="203" y="9823"/>
                    <a:pt x="846" y="10466"/>
                    <a:pt x="1632" y="10466"/>
                  </a:cubicBezTo>
                  <a:lnTo>
                    <a:pt x="8050" y="10466"/>
                  </a:lnTo>
                  <a:cubicBezTo>
                    <a:pt x="8835" y="10466"/>
                    <a:pt x="9478" y="9823"/>
                    <a:pt x="9478" y="9037"/>
                  </a:cubicBezTo>
                  <a:lnTo>
                    <a:pt x="9478" y="4846"/>
                  </a:lnTo>
                  <a:cubicBezTo>
                    <a:pt x="9478" y="4763"/>
                    <a:pt x="9407" y="4703"/>
                    <a:pt x="9324" y="4703"/>
                  </a:cubicBezTo>
                  <a:cubicBezTo>
                    <a:pt x="9240" y="4703"/>
                    <a:pt x="9181" y="4774"/>
                    <a:pt x="9181" y="4846"/>
                  </a:cubicBezTo>
                  <a:lnTo>
                    <a:pt x="9181" y="9037"/>
                  </a:lnTo>
                  <a:cubicBezTo>
                    <a:pt x="9181" y="9656"/>
                    <a:pt x="8669" y="10168"/>
                    <a:pt x="8050" y="10168"/>
                  </a:cubicBezTo>
                  <a:lnTo>
                    <a:pt x="7978" y="10168"/>
                  </a:lnTo>
                  <a:cubicBezTo>
                    <a:pt x="7347" y="10168"/>
                    <a:pt x="6847" y="9656"/>
                    <a:pt x="6847" y="9037"/>
                  </a:cubicBezTo>
                  <a:lnTo>
                    <a:pt x="6847" y="8715"/>
                  </a:lnTo>
                  <a:cubicBezTo>
                    <a:pt x="6847" y="8525"/>
                    <a:pt x="6680" y="8358"/>
                    <a:pt x="6490" y="8358"/>
                  </a:cubicBezTo>
                  <a:lnTo>
                    <a:pt x="3156" y="8358"/>
                  </a:lnTo>
                  <a:lnTo>
                    <a:pt x="3156" y="6096"/>
                  </a:lnTo>
                  <a:lnTo>
                    <a:pt x="3585" y="6322"/>
                  </a:lnTo>
                  <a:cubicBezTo>
                    <a:pt x="3609" y="6334"/>
                    <a:pt x="3656" y="6358"/>
                    <a:pt x="3692" y="6358"/>
                  </a:cubicBezTo>
                  <a:cubicBezTo>
                    <a:pt x="3751" y="6358"/>
                    <a:pt x="3811" y="6334"/>
                    <a:pt x="3847" y="6298"/>
                  </a:cubicBezTo>
                  <a:cubicBezTo>
                    <a:pt x="3930" y="6215"/>
                    <a:pt x="3954" y="6120"/>
                    <a:pt x="3906" y="6025"/>
                  </a:cubicBezTo>
                  <a:lnTo>
                    <a:pt x="3668" y="5394"/>
                  </a:lnTo>
                  <a:lnTo>
                    <a:pt x="3668" y="5358"/>
                  </a:lnTo>
                  <a:cubicBezTo>
                    <a:pt x="3668" y="5286"/>
                    <a:pt x="3644" y="5191"/>
                    <a:pt x="3597" y="5132"/>
                  </a:cubicBezTo>
                  <a:lnTo>
                    <a:pt x="3132" y="4608"/>
                  </a:lnTo>
                  <a:lnTo>
                    <a:pt x="3132" y="345"/>
                  </a:lnTo>
                  <a:cubicBezTo>
                    <a:pt x="3132" y="310"/>
                    <a:pt x="3168" y="298"/>
                    <a:pt x="3180" y="298"/>
                  </a:cubicBezTo>
                  <a:lnTo>
                    <a:pt x="9109" y="298"/>
                  </a:lnTo>
                  <a:cubicBezTo>
                    <a:pt x="9133" y="298"/>
                    <a:pt x="9145" y="333"/>
                    <a:pt x="9145" y="345"/>
                  </a:cubicBezTo>
                  <a:lnTo>
                    <a:pt x="9145" y="2346"/>
                  </a:lnTo>
                  <a:cubicBezTo>
                    <a:pt x="9145" y="2441"/>
                    <a:pt x="9228" y="2500"/>
                    <a:pt x="9300" y="2500"/>
                  </a:cubicBezTo>
                  <a:cubicBezTo>
                    <a:pt x="9383" y="2500"/>
                    <a:pt x="9443" y="2429"/>
                    <a:pt x="9443" y="2346"/>
                  </a:cubicBezTo>
                  <a:lnTo>
                    <a:pt x="9443" y="345"/>
                  </a:lnTo>
                  <a:cubicBezTo>
                    <a:pt x="9490" y="167"/>
                    <a:pt x="9324" y="0"/>
                    <a:pt x="913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53" name="Google Shape;11038;p62"/>
            <p:cNvSpPr/>
            <p:nvPr/>
          </p:nvSpPr>
          <p:spPr>
            <a:xfrm>
              <a:off x="1689309" y="4378614"/>
              <a:ext cx="9510" cy="46976"/>
            </a:xfrm>
            <a:custGeom>
              <a:avLst/>
              <a:gdLst/>
              <a:ahLst/>
              <a:cxnLst/>
              <a:rect l="l" t="t" r="r" b="b"/>
              <a:pathLst>
                <a:path w="299" h="1477" extrusionOk="0">
                  <a:moveTo>
                    <a:pt x="155" y="0"/>
                  </a:moveTo>
                  <a:cubicBezTo>
                    <a:pt x="60" y="0"/>
                    <a:pt x="1" y="84"/>
                    <a:pt x="1" y="155"/>
                  </a:cubicBezTo>
                  <a:lnTo>
                    <a:pt x="1" y="1334"/>
                  </a:lnTo>
                  <a:cubicBezTo>
                    <a:pt x="1" y="1417"/>
                    <a:pt x="72" y="1477"/>
                    <a:pt x="155" y="1477"/>
                  </a:cubicBezTo>
                  <a:cubicBezTo>
                    <a:pt x="239" y="1477"/>
                    <a:pt x="298" y="1405"/>
                    <a:pt x="298" y="1334"/>
                  </a:cubicBezTo>
                  <a:lnTo>
                    <a:pt x="298" y="155"/>
                  </a:lnTo>
                  <a:cubicBezTo>
                    <a:pt x="298" y="84"/>
                    <a:pt x="239" y="0"/>
                    <a:pt x="15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54" name="Google Shape;11039;p62"/>
            <p:cNvSpPr/>
            <p:nvPr/>
          </p:nvSpPr>
          <p:spPr>
            <a:xfrm>
              <a:off x="1520424" y="4385420"/>
              <a:ext cx="33363" cy="32982"/>
            </a:xfrm>
            <a:custGeom>
              <a:avLst/>
              <a:gdLst/>
              <a:ahLst/>
              <a:cxnLst/>
              <a:rect l="l" t="t" r="r" b="b"/>
              <a:pathLst>
                <a:path w="1049" h="1037" extrusionOk="0">
                  <a:moveTo>
                    <a:pt x="524" y="298"/>
                  </a:moveTo>
                  <a:cubicBezTo>
                    <a:pt x="643" y="298"/>
                    <a:pt x="739" y="406"/>
                    <a:pt x="739" y="525"/>
                  </a:cubicBezTo>
                  <a:cubicBezTo>
                    <a:pt x="739" y="644"/>
                    <a:pt x="643" y="739"/>
                    <a:pt x="524" y="739"/>
                  </a:cubicBezTo>
                  <a:cubicBezTo>
                    <a:pt x="405" y="739"/>
                    <a:pt x="298" y="644"/>
                    <a:pt x="298" y="525"/>
                  </a:cubicBezTo>
                  <a:cubicBezTo>
                    <a:pt x="298" y="406"/>
                    <a:pt x="405" y="298"/>
                    <a:pt x="524" y="298"/>
                  </a:cubicBezTo>
                  <a:close/>
                  <a:moveTo>
                    <a:pt x="524" y="1"/>
                  </a:moveTo>
                  <a:cubicBezTo>
                    <a:pt x="238" y="1"/>
                    <a:pt x="0" y="239"/>
                    <a:pt x="0" y="525"/>
                  </a:cubicBezTo>
                  <a:cubicBezTo>
                    <a:pt x="0" y="798"/>
                    <a:pt x="238" y="1037"/>
                    <a:pt x="524" y="1037"/>
                  </a:cubicBezTo>
                  <a:cubicBezTo>
                    <a:pt x="798" y="1037"/>
                    <a:pt x="1036" y="798"/>
                    <a:pt x="1036" y="525"/>
                  </a:cubicBezTo>
                  <a:cubicBezTo>
                    <a:pt x="1048" y="239"/>
                    <a:pt x="822" y="1"/>
                    <a:pt x="52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55" name="Google Shape;11040;p62"/>
            <p:cNvSpPr/>
            <p:nvPr/>
          </p:nvSpPr>
          <p:spPr>
            <a:xfrm>
              <a:off x="1563202" y="4398683"/>
              <a:ext cx="34508" cy="9510"/>
            </a:xfrm>
            <a:custGeom>
              <a:avLst/>
              <a:gdLst/>
              <a:ahLst/>
              <a:cxnLst/>
              <a:rect l="l" t="t" r="r" b="b"/>
              <a:pathLst>
                <a:path w="1085" h="299" extrusionOk="0">
                  <a:moveTo>
                    <a:pt x="167" y="0"/>
                  </a:moveTo>
                  <a:cubicBezTo>
                    <a:pt x="84" y="0"/>
                    <a:pt x="25" y="72"/>
                    <a:pt x="25" y="143"/>
                  </a:cubicBezTo>
                  <a:cubicBezTo>
                    <a:pt x="1" y="227"/>
                    <a:pt x="84" y="298"/>
                    <a:pt x="167" y="298"/>
                  </a:cubicBezTo>
                  <a:lnTo>
                    <a:pt x="929" y="298"/>
                  </a:lnTo>
                  <a:cubicBezTo>
                    <a:pt x="1025" y="298"/>
                    <a:pt x="1084" y="227"/>
                    <a:pt x="1084" y="143"/>
                  </a:cubicBezTo>
                  <a:cubicBezTo>
                    <a:pt x="1084" y="60"/>
                    <a:pt x="1001" y="0"/>
                    <a:pt x="92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56" name="Google Shape;11041;p62"/>
            <p:cNvSpPr/>
            <p:nvPr/>
          </p:nvSpPr>
          <p:spPr>
            <a:xfrm>
              <a:off x="1563965" y="4410037"/>
              <a:ext cx="92807" cy="9510"/>
            </a:xfrm>
            <a:custGeom>
              <a:avLst/>
              <a:gdLst/>
              <a:ahLst/>
              <a:cxnLst/>
              <a:rect l="l" t="t" r="r" b="b"/>
              <a:pathLst>
                <a:path w="2918" h="299" extrusionOk="0">
                  <a:moveTo>
                    <a:pt x="143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239"/>
                    <a:pt x="72" y="298"/>
                    <a:pt x="143" y="298"/>
                  </a:cubicBezTo>
                  <a:lnTo>
                    <a:pt x="2763" y="298"/>
                  </a:lnTo>
                  <a:cubicBezTo>
                    <a:pt x="2858" y="298"/>
                    <a:pt x="2918" y="227"/>
                    <a:pt x="2918" y="144"/>
                  </a:cubicBezTo>
                  <a:cubicBezTo>
                    <a:pt x="2918" y="72"/>
                    <a:pt x="2858" y="1"/>
                    <a:pt x="276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57" name="Google Shape;11042;p62"/>
            <p:cNvSpPr/>
            <p:nvPr/>
          </p:nvSpPr>
          <p:spPr>
            <a:xfrm>
              <a:off x="1563202" y="4385039"/>
              <a:ext cx="10273" cy="9510"/>
            </a:xfrm>
            <a:custGeom>
              <a:avLst/>
              <a:gdLst/>
              <a:ahLst/>
              <a:cxnLst/>
              <a:rect l="l" t="t" r="r" b="b"/>
              <a:pathLst>
                <a:path w="323" h="299" extrusionOk="0">
                  <a:moveTo>
                    <a:pt x="167" y="1"/>
                  </a:moveTo>
                  <a:cubicBezTo>
                    <a:pt x="84" y="1"/>
                    <a:pt x="25" y="72"/>
                    <a:pt x="25" y="144"/>
                  </a:cubicBezTo>
                  <a:cubicBezTo>
                    <a:pt x="1" y="215"/>
                    <a:pt x="84" y="299"/>
                    <a:pt x="167" y="299"/>
                  </a:cubicBezTo>
                  <a:cubicBezTo>
                    <a:pt x="263" y="299"/>
                    <a:pt x="322" y="215"/>
                    <a:pt x="322" y="144"/>
                  </a:cubicBezTo>
                  <a:cubicBezTo>
                    <a:pt x="322" y="60"/>
                    <a:pt x="251" y="1"/>
                    <a:pt x="16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58" name="Google Shape;11043;p62"/>
            <p:cNvSpPr/>
            <p:nvPr/>
          </p:nvSpPr>
          <p:spPr>
            <a:xfrm>
              <a:off x="1520424" y="4436944"/>
              <a:ext cx="33363" cy="33332"/>
            </a:xfrm>
            <a:custGeom>
              <a:avLst/>
              <a:gdLst/>
              <a:ahLst/>
              <a:cxnLst/>
              <a:rect l="l" t="t" r="r" b="b"/>
              <a:pathLst>
                <a:path w="1049" h="1048" extrusionOk="0">
                  <a:moveTo>
                    <a:pt x="524" y="298"/>
                  </a:moveTo>
                  <a:cubicBezTo>
                    <a:pt x="643" y="298"/>
                    <a:pt x="739" y="405"/>
                    <a:pt x="739" y="524"/>
                  </a:cubicBezTo>
                  <a:cubicBezTo>
                    <a:pt x="739" y="655"/>
                    <a:pt x="643" y="750"/>
                    <a:pt x="524" y="750"/>
                  </a:cubicBezTo>
                  <a:cubicBezTo>
                    <a:pt x="405" y="750"/>
                    <a:pt x="298" y="643"/>
                    <a:pt x="298" y="524"/>
                  </a:cubicBezTo>
                  <a:cubicBezTo>
                    <a:pt x="298" y="405"/>
                    <a:pt x="405" y="298"/>
                    <a:pt x="524" y="298"/>
                  </a:cubicBezTo>
                  <a:close/>
                  <a:moveTo>
                    <a:pt x="524" y="0"/>
                  </a:moveTo>
                  <a:cubicBezTo>
                    <a:pt x="238" y="0"/>
                    <a:pt x="0" y="238"/>
                    <a:pt x="0" y="524"/>
                  </a:cubicBezTo>
                  <a:cubicBezTo>
                    <a:pt x="0" y="810"/>
                    <a:pt x="238" y="1048"/>
                    <a:pt x="524" y="1048"/>
                  </a:cubicBezTo>
                  <a:cubicBezTo>
                    <a:pt x="798" y="1048"/>
                    <a:pt x="1036" y="810"/>
                    <a:pt x="1036" y="524"/>
                  </a:cubicBezTo>
                  <a:cubicBezTo>
                    <a:pt x="1048" y="238"/>
                    <a:pt x="822" y="0"/>
                    <a:pt x="52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59" name="Google Shape;11044;p62"/>
            <p:cNvSpPr/>
            <p:nvPr/>
          </p:nvSpPr>
          <p:spPr>
            <a:xfrm>
              <a:off x="1563202" y="4450175"/>
              <a:ext cx="34508" cy="9510"/>
            </a:xfrm>
            <a:custGeom>
              <a:avLst/>
              <a:gdLst/>
              <a:ahLst/>
              <a:cxnLst/>
              <a:rect l="l" t="t" r="r" b="b"/>
              <a:pathLst>
                <a:path w="1085" h="299" extrusionOk="0">
                  <a:moveTo>
                    <a:pt x="167" y="1"/>
                  </a:moveTo>
                  <a:cubicBezTo>
                    <a:pt x="84" y="1"/>
                    <a:pt x="25" y="72"/>
                    <a:pt x="25" y="156"/>
                  </a:cubicBezTo>
                  <a:cubicBezTo>
                    <a:pt x="1" y="239"/>
                    <a:pt x="84" y="298"/>
                    <a:pt x="167" y="298"/>
                  </a:cubicBezTo>
                  <a:lnTo>
                    <a:pt x="929" y="298"/>
                  </a:lnTo>
                  <a:cubicBezTo>
                    <a:pt x="1025" y="298"/>
                    <a:pt x="1084" y="227"/>
                    <a:pt x="1084" y="156"/>
                  </a:cubicBezTo>
                  <a:cubicBezTo>
                    <a:pt x="1084" y="60"/>
                    <a:pt x="1001" y="1"/>
                    <a:pt x="92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60" name="Google Shape;11045;p62"/>
            <p:cNvSpPr/>
            <p:nvPr/>
          </p:nvSpPr>
          <p:spPr>
            <a:xfrm>
              <a:off x="1563965" y="4461530"/>
              <a:ext cx="92807" cy="9510"/>
            </a:xfrm>
            <a:custGeom>
              <a:avLst/>
              <a:gdLst/>
              <a:ahLst/>
              <a:cxnLst/>
              <a:rect l="l" t="t" r="r" b="b"/>
              <a:pathLst>
                <a:path w="2918" h="299" extrusionOk="0">
                  <a:moveTo>
                    <a:pt x="143" y="1"/>
                  </a:moveTo>
                  <a:cubicBezTo>
                    <a:pt x="60" y="1"/>
                    <a:pt x="1" y="72"/>
                    <a:pt x="1" y="156"/>
                  </a:cubicBezTo>
                  <a:cubicBezTo>
                    <a:pt x="1" y="239"/>
                    <a:pt x="72" y="299"/>
                    <a:pt x="143" y="299"/>
                  </a:cubicBezTo>
                  <a:lnTo>
                    <a:pt x="2763" y="299"/>
                  </a:lnTo>
                  <a:cubicBezTo>
                    <a:pt x="2858" y="299"/>
                    <a:pt x="2918" y="227"/>
                    <a:pt x="2918" y="156"/>
                  </a:cubicBezTo>
                  <a:cubicBezTo>
                    <a:pt x="2918" y="72"/>
                    <a:pt x="2858" y="1"/>
                    <a:pt x="276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61" name="Google Shape;11046;p62"/>
            <p:cNvSpPr/>
            <p:nvPr/>
          </p:nvSpPr>
          <p:spPr>
            <a:xfrm>
              <a:off x="1563202" y="4436563"/>
              <a:ext cx="10273" cy="9478"/>
            </a:xfrm>
            <a:custGeom>
              <a:avLst/>
              <a:gdLst/>
              <a:ahLst/>
              <a:cxnLst/>
              <a:rect l="l" t="t" r="r" b="b"/>
              <a:pathLst>
                <a:path w="323" h="298" extrusionOk="0">
                  <a:moveTo>
                    <a:pt x="167" y="0"/>
                  </a:moveTo>
                  <a:cubicBezTo>
                    <a:pt x="84" y="0"/>
                    <a:pt x="25" y="72"/>
                    <a:pt x="25" y="143"/>
                  </a:cubicBezTo>
                  <a:cubicBezTo>
                    <a:pt x="1" y="226"/>
                    <a:pt x="84" y="298"/>
                    <a:pt x="167" y="298"/>
                  </a:cubicBezTo>
                  <a:cubicBezTo>
                    <a:pt x="263" y="298"/>
                    <a:pt x="322" y="226"/>
                    <a:pt x="322" y="143"/>
                  </a:cubicBezTo>
                  <a:cubicBezTo>
                    <a:pt x="322" y="60"/>
                    <a:pt x="251" y="0"/>
                    <a:pt x="16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62" name="Google Shape;11047;p62"/>
            <p:cNvSpPr/>
            <p:nvPr/>
          </p:nvSpPr>
          <p:spPr>
            <a:xfrm>
              <a:off x="1520424" y="4488437"/>
              <a:ext cx="33363" cy="33332"/>
            </a:xfrm>
            <a:custGeom>
              <a:avLst/>
              <a:gdLst/>
              <a:ahLst/>
              <a:cxnLst/>
              <a:rect l="l" t="t" r="r" b="b"/>
              <a:pathLst>
                <a:path w="1049" h="1048" extrusionOk="0">
                  <a:moveTo>
                    <a:pt x="524" y="298"/>
                  </a:moveTo>
                  <a:cubicBezTo>
                    <a:pt x="643" y="298"/>
                    <a:pt x="739" y="405"/>
                    <a:pt x="739" y="524"/>
                  </a:cubicBezTo>
                  <a:cubicBezTo>
                    <a:pt x="739" y="643"/>
                    <a:pt x="643" y="750"/>
                    <a:pt x="524" y="750"/>
                  </a:cubicBezTo>
                  <a:cubicBezTo>
                    <a:pt x="405" y="750"/>
                    <a:pt x="298" y="643"/>
                    <a:pt x="298" y="524"/>
                  </a:cubicBezTo>
                  <a:cubicBezTo>
                    <a:pt x="298" y="405"/>
                    <a:pt x="405" y="298"/>
                    <a:pt x="524" y="298"/>
                  </a:cubicBezTo>
                  <a:close/>
                  <a:moveTo>
                    <a:pt x="524" y="0"/>
                  </a:moveTo>
                  <a:cubicBezTo>
                    <a:pt x="238" y="0"/>
                    <a:pt x="0" y="238"/>
                    <a:pt x="0" y="524"/>
                  </a:cubicBezTo>
                  <a:cubicBezTo>
                    <a:pt x="0" y="810"/>
                    <a:pt x="238" y="1048"/>
                    <a:pt x="524" y="1048"/>
                  </a:cubicBezTo>
                  <a:cubicBezTo>
                    <a:pt x="798" y="1048"/>
                    <a:pt x="1036" y="810"/>
                    <a:pt x="1036" y="524"/>
                  </a:cubicBezTo>
                  <a:cubicBezTo>
                    <a:pt x="1048" y="238"/>
                    <a:pt x="822" y="0"/>
                    <a:pt x="52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63" name="Google Shape;11048;p62"/>
            <p:cNvSpPr/>
            <p:nvPr/>
          </p:nvSpPr>
          <p:spPr>
            <a:xfrm>
              <a:off x="1563202" y="4501667"/>
              <a:ext cx="34508" cy="9510"/>
            </a:xfrm>
            <a:custGeom>
              <a:avLst/>
              <a:gdLst/>
              <a:ahLst/>
              <a:cxnLst/>
              <a:rect l="l" t="t" r="r" b="b"/>
              <a:pathLst>
                <a:path w="1085" h="299" extrusionOk="0">
                  <a:moveTo>
                    <a:pt x="167" y="1"/>
                  </a:moveTo>
                  <a:cubicBezTo>
                    <a:pt x="84" y="1"/>
                    <a:pt x="25" y="84"/>
                    <a:pt x="25" y="156"/>
                  </a:cubicBezTo>
                  <a:cubicBezTo>
                    <a:pt x="1" y="239"/>
                    <a:pt x="84" y="299"/>
                    <a:pt x="167" y="299"/>
                  </a:cubicBezTo>
                  <a:lnTo>
                    <a:pt x="929" y="299"/>
                  </a:lnTo>
                  <a:cubicBezTo>
                    <a:pt x="1025" y="299"/>
                    <a:pt x="1084" y="227"/>
                    <a:pt x="1084" y="156"/>
                  </a:cubicBezTo>
                  <a:cubicBezTo>
                    <a:pt x="1084" y="61"/>
                    <a:pt x="1001" y="1"/>
                    <a:pt x="92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64" name="Google Shape;11049;p62"/>
            <p:cNvSpPr/>
            <p:nvPr/>
          </p:nvSpPr>
          <p:spPr>
            <a:xfrm>
              <a:off x="1563202" y="4513785"/>
              <a:ext cx="93570" cy="9510"/>
            </a:xfrm>
            <a:custGeom>
              <a:avLst/>
              <a:gdLst/>
              <a:ahLst/>
              <a:cxnLst/>
              <a:rect l="l" t="t" r="r" b="b"/>
              <a:pathLst>
                <a:path w="2942" h="299" extrusionOk="0">
                  <a:moveTo>
                    <a:pt x="167" y="1"/>
                  </a:moveTo>
                  <a:cubicBezTo>
                    <a:pt x="84" y="1"/>
                    <a:pt x="25" y="72"/>
                    <a:pt x="25" y="144"/>
                  </a:cubicBezTo>
                  <a:cubicBezTo>
                    <a:pt x="1" y="215"/>
                    <a:pt x="84" y="299"/>
                    <a:pt x="167" y="299"/>
                  </a:cubicBezTo>
                  <a:lnTo>
                    <a:pt x="2787" y="299"/>
                  </a:lnTo>
                  <a:cubicBezTo>
                    <a:pt x="2882" y="299"/>
                    <a:pt x="2942" y="215"/>
                    <a:pt x="2942" y="144"/>
                  </a:cubicBezTo>
                  <a:cubicBezTo>
                    <a:pt x="2942" y="61"/>
                    <a:pt x="2870" y="1"/>
                    <a:pt x="278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65" name="Google Shape;11050;p62"/>
            <p:cNvSpPr/>
            <p:nvPr/>
          </p:nvSpPr>
          <p:spPr>
            <a:xfrm>
              <a:off x="1563202" y="4488055"/>
              <a:ext cx="10273" cy="9478"/>
            </a:xfrm>
            <a:custGeom>
              <a:avLst/>
              <a:gdLst/>
              <a:ahLst/>
              <a:cxnLst/>
              <a:rect l="l" t="t" r="r" b="b"/>
              <a:pathLst>
                <a:path w="323" h="298" extrusionOk="0">
                  <a:moveTo>
                    <a:pt x="167" y="0"/>
                  </a:moveTo>
                  <a:cubicBezTo>
                    <a:pt x="84" y="0"/>
                    <a:pt x="25" y="72"/>
                    <a:pt x="25" y="155"/>
                  </a:cubicBezTo>
                  <a:cubicBezTo>
                    <a:pt x="1" y="227"/>
                    <a:pt x="84" y="298"/>
                    <a:pt x="167" y="298"/>
                  </a:cubicBezTo>
                  <a:cubicBezTo>
                    <a:pt x="263" y="298"/>
                    <a:pt x="322" y="227"/>
                    <a:pt x="322" y="155"/>
                  </a:cubicBezTo>
                  <a:cubicBezTo>
                    <a:pt x="322" y="60"/>
                    <a:pt x="251" y="0"/>
                    <a:pt x="16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66" name="Google Shape;11051;p62"/>
            <p:cNvSpPr/>
            <p:nvPr/>
          </p:nvSpPr>
          <p:spPr>
            <a:xfrm>
              <a:off x="1522682" y="4318025"/>
              <a:ext cx="141659" cy="37912"/>
            </a:xfrm>
            <a:custGeom>
              <a:avLst/>
              <a:gdLst/>
              <a:ahLst/>
              <a:cxnLst/>
              <a:rect l="l" t="t" r="r" b="b"/>
              <a:pathLst>
                <a:path w="4454" h="1192" extrusionOk="0">
                  <a:moveTo>
                    <a:pt x="4144" y="322"/>
                  </a:moveTo>
                  <a:lnTo>
                    <a:pt x="4144" y="893"/>
                  </a:lnTo>
                  <a:lnTo>
                    <a:pt x="298" y="893"/>
                  </a:lnTo>
                  <a:lnTo>
                    <a:pt x="298" y="322"/>
                  </a:lnTo>
                  <a:close/>
                  <a:moveTo>
                    <a:pt x="156" y="0"/>
                  </a:moveTo>
                  <a:cubicBezTo>
                    <a:pt x="60" y="0"/>
                    <a:pt x="1" y="84"/>
                    <a:pt x="1" y="155"/>
                  </a:cubicBezTo>
                  <a:lnTo>
                    <a:pt x="1" y="1048"/>
                  </a:lnTo>
                  <a:cubicBezTo>
                    <a:pt x="1" y="1132"/>
                    <a:pt x="72" y="1191"/>
                    <a:pt x="156" y="1191"/>
                  </a:cubicBezTo>
                  <a:lnTo>
                    <a:pt x="4299" y="1191"/>
                  </a:lnTo>
                  <a:cubicBezTo>
                    <a:pt x="4382" y="1191"/>
                    <a:pt x="4454" y="1132"/>
                    <a:pt x="4454" y="1048"/>
                  </a:cubicBezTo>
                  <a:lnTo>
                    <a:pt x="4454" y="155"/>
                  </a:lnTo>
                  <a:cubicBezTo>
                    <a:pt x="4454" y="60"/>
                    <a:pt x="4382" y="0"/>
                    <a:pt x="429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</p:grpSp>
      <p:grpSp>
        <p:nvGrpSpPr>
          <p:cNvPr id="167" name="Google Shape;11067;p62"/>
          <p:cNvGrpSpPr/>
          <p:nvPr/>
        </p:nvGrpSpPr>
        <p:grpSpPr>
          <a:xfrm>
            <a:off x="2649519" y="3031082"/>
            <a:ext cx="382519" cy="350682"/>
            <a:chOff x="2903337" y="4279032"/>
            <a:chExt cx="382519" cy="350682"/>
          </a:xfrm>
        </p:grpSpPr>
        <p:sp>
          <p:nvSpPr>
            <p:cNvPr id="168" name="Google Shape;11068;p62"/>
            <p:cNvSpPr/>
            <p:nvPr/>
          </p:nvSpPr>
          <p:spPr>
            <a:xfrm>
              <a:off x="2966979" y="4320570"/>
              <a:ext cx="202248" cy="184183"/>
            </a:xfrm>
            <a:custGeom>
              <a:avLst/>
              <a:gdLst/>
              <a:ahLst/>
              <a:cxnLst/>
              <a:rect l="l" t="t" r="r" b="b"/>
              <a:pathLst>
                <a:path w="6359" h="5791" extrusionOk="0">
                  <a:moveTo>
                    <a:pt x="3179" y="361"/>
                  </a:moveTo>
                  <a:cubicBezTo>
                    <a:pt x="3834" y="361"/>
                    <a:pt x="4477" y="611"/>
                    <a:pt x="4989" y="1099"/>
                  </a:cubicBezTo>
                  <a:cubicBezTo>
                    <a:pt x="5965" y="2087"/>
                    <a:pt x="5965" y="3707"/>
                    <a:pt x="4965" y="4683"/>
                  </a:cubicBezTo>
                  <a:cubicBezTo>
                    <a:pt x="4465" y="5183"/>
                    <a:pt x="3813" y="5433"/>
                    <a:pt x="3164" y="5433"/>
                  </a:cubicBezTo>
                  <a:cubicBezTo>
                    <a:pt x="2515" y="5433"/>
                    <a:pt x="1870" y="5183"/>
                    <a:pt x="1381" y="4683"/>
                  </a:cubicBezTo>
                  <a:cubicBezTo>
                    <a:pt x="393" y="3695"/>
                    <a:pt x="381" y="2087"/>
                    <a:pt x="1381" y="1099"/>
                  </a:cubicBezTo>
                  <a:cubicBezTo>
                    <a:pt x="1870" y="611"/>
                    <a:pt x="2524" y="361"/>
                    <a:pt x="3179" y="361"/>
                  </a:cubicBezTo>
                  <a:close/>
                  <a:moveTo>
                    <a:pt x="3179" y="1"/>
                  </a:moveTo>
                  <a:cubicBezTo>
                    <a:pt x="2438" y="1"/>
                    <a:pt x="1697" y="284"/>
                    <a:pt x="1131" y="849"/>
                  </a:cubicBezTo>
                  <a:cubicBezTo>
                    <a:pt x="0" y="1980"/>
                    <a:pt x="0" y="3814"/>
                    <a:pt x="1131" y="4945"/>
                  </a:cubicBezTo>
                  <a:cubicBezTo>
                    <a:pt x="1691" y="5504"/>
                    <a:pt x="2441" y="5790"/>
                    <a:pt x="3167" y="5790"/>
                  </a:cubicBezTo>
                  <a:cubicBezTo>
                    <a:pt x="3917" y="5790"/>
                    <a:pt x="4644" y="5504"/>
                    <a:pt x="5203" y="4945"/>
                  </a:cubicBezTo>
                  <a:cubicBezTo>
                    <a:pt x="6358" y="3814"/>
                    <a:pt x="6358" y="1980"/>
                    <a:pt x="5227" y="849"/>
                  </a:cubicBezTo>
                  <a:cubicBezTo>
                    <a:pt x="4662" y="284"/>
                    <a:pt x="3920" y="1"/>
                    <a:pt x="317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69" name="Google Shape;11069;p62"/>
            <p:cNvSpPr/>
            <p:nvPr/>
          </p:nvSpPr>
          <p:spPr>
            <a:xfrm>
              <a:off x="2903337" y="4279032"/>
              <a:ext cx="382519" cy="350682"/>
            </a:xfrm>
            <a:custGeom>
              <a:avLst/>
              <a:gdLst/>
              <a:ahLst/>
              <a:cxnLst/>
              <a:rect l="l" t="t" r="r" b="b"/>
              <a:pathLst>
                <a:path w="12027" h="11026" extrusionOk="0">
                  <a:moveTo>
                    <a:pt x="5168" y="1072"/>
                  </a:moveTo>
                  <a:cubicBezTo>
                    <a:pt x="5966" y="1072"/>
                    <a:pt x="6776" y="1381"/>
                    <a:pt x="7383" y="1988"/>
                  </a:cubicBezTo>
                  <a:cubicBezTo>
                    <a:pt x="8609" y="3215"/>
                    <a:pt x="8609" y="5203"/>
                    <a:pt x="7383" y="6429"/>
                  </a:cubicBezTo>
                  <a:cubicBezTo>
                    <a:pt x="6776" y="7037"/>
                    <a:pt x="5966" y="7346"/>
                    <a:pt x="5168" y="7346"/>
                  </a:cubicBezTo>
                  <a:cubicBezTo>
                    <a:pt x="4359" y="7334"/>
                    <a:pt x="3561" y="7037"/>
                    <a:pt x="2954" y="6429"/>
                  </a:cubicBezTo>
                  <a:cubicBezTo>
                    <a:pt x="1727" y="5203"/>
                    <a:pt x="1727" y="3215"/>
                    <a:pt x="2954" y="1988"/>
                  </a:cubicBezTo>
                  <a:cubicBezTo>
                    <a:pt x="3561" y="1381"/>
                    <a:pt x="4359" y="1072"/>
                    <a:pt x="5168" y="1072"/>
                  </a:cubicBezTo>
                  <a:close/>
                  <a:moveTo>
                    <a:pt x="7788" y="6513"/>
                  </a:moveTo>
                  <a:lnTo>
                    <a:pt x="8538" y="7263"/>
                  </a:lnTo>
                  <a:lnTo>
                    <a:pt x="8240" y="7561"/>
                  </a:lnTo>
                  <a:lnTo>
                    <a:pt x="7490" y="6810"/>
                  </a:lnTo>
                  <a:cubicBezTo>
                    <a:pt x="7550" y="6763"/>
                    <a:pt x="7597" y="6727"/>
                    <a:pt x="7633" y="6668"/>
                  </a:cubicBezTo>
                  <a:lnTo>
                    <a:pt x="7788" y="6513"/>
                  </a:lnTo>
                  <a:close/>
                  <a:moveTo>
                    <a:pt x="9038" y="7251"/>
                  </a:moveTo>
                  <a:cubicBezTo>
                    <a:pt x="9050" y="7251"/>
                    <a:pt x="9050" y="7251"/>
                    <a:pt x="9074" y="7275"/>
                  </a:cubicBezTo>
                  <a:lnTo>
                    <a:pt x="11276" y="9477"/>
                  </a:lnTo>
                  <a:lnTo>
                    <a:pt x="10455" y="10287"/>
                  </a:lnTo>
                  <a:lnTo>
                    <a:pt x="8252" y="8084"/>
                  </a:lnTo>
                  <a:cubicBezTo>
                    <a:pt x="8240" y="8073"/>
                    <a:pt x="8240" y="8061"/>
                    <a:pt x="8240" y="8061"/>
                  </a:cubicBezTo>
                  <a:cubicBezTo>
                    <a:pt x="8240" y="8049"/>
                    <a:pt x="8240" y="8049"/>
                    <a:pt x="8252" y="8037"/>
                  </a:cubicBezTo>
                  <a:lnTo>
                    <a:pt x="9014" y="7275"/>
                  </a:lnTo>
                  <a:cubicBezTo>
                    <a:pt x="9026" y="7251"/>
                    <a:pt x="9026" y="7251"/>
                    <a:pt x="9038" y="7251"/>
                  </a:cubicBezTo>
                  <a:close/>
                  <a:moveTo>
                    <a:pt x="11514" y="9716"/>
                  </a:moveTo>
                  <a:lnTo>
                    <a:pt x="11621" y="9835"/>
                  </a:lnTo>
                  <a:cubicBezTo>
                    <a:pt x="11645" y="9847"/>
                    <a:pt x="11645" y="9882"/>
                    <a:pt x="11633" y="9894"/>
                  </a:cubicBezTo>
                  <a:lnTo>
                    <a:pt x="10871" y="10656"/>
                  </a:lnTo>
                  <a:cubicBezTo>
                    <a:pt x="10859" y="10668"/>
                    <a:pt x="10859" y="10668"/>
                    <a:pt x="10836" y="10668"/>
                  </a:cubicBezTo>
                  <a:cubicBezTo>
                    <a:pt x="10824" y="10668"/>
                    <a:pt x="10824" y="10668"/>
                    <a:pt x="10812" y="10656"/>
                  </a:cubicBezTo>
                  <a:lnTo>
                    <a:pt x="10693" y="10537"/>
                  </a:lnTo>
                  <a:lnTo>
                    <a:pt x="11514" y="9716"/>
                  </a:lnTo>
                  <a:close/>
                  <a:moveTo>
                    <a:pt x="656" y="0"/>
                  </a:moveTo>
                  <a:cubicBezTo>
                    <a:pt x="299" y="0"/>
                    <a:pt x="1" y="298"/>
                    <a:pt x="1" y="655"/>
                  </a:cubicBezTo>
                  <a:lnTo>
                    <a:pt x="1" y="8715"/>
                  </a:lnTo>
                  <a:cubicBezTo>
                    <a:pt x="1" y="8942"/>
                    <a:pt x="180" y="9132"/>
                    <a:pt x="418" y="9132"/>
                  </a:cubicBezTo>
                  <a:lnTo>
                    <a:pt x="5859" y="9132"/>
                  </a:lnTo>
                  <a:cubicBezTo>
                    <a:pt x="5954" y="9132"/>
                    <a:pt x="6037" y="9061"/>
                    <a:pt x="6037" y="8954"/>
                  </a:cubicBezTo>
                  <a:cubicBezTo>
                    <a:pt x="6037" y="8846"/>
                    <a:pt x="5954" y="8775"/>
                    <a:pt x="5859" y="8775"/>
                  </a:cubicBezTo>
                  <a:lnTo>
                    <a:pt x="418" y="8775"/>
                  </a:lnTo>
                  <a:cubicBezTo>
                    <a:pt x="394" y="8775"/>
                    <a:pt x="358" y="8739"/>
                    <a:pt x="358" y="8715"/>
                  </a:cubicBezTo>
                  <a:lnTo>
                    <a:pt x="358" y="1631"/>
                  </a:lnTo>
                  <a:lnTo>
                    <a:pt x="2787" y="1631"/>
                  </a:lnTo>
                  <a:lnTo>
                    <a:pt x="2704" y="1727"/>
                  </a:lnTo>
                  <a:cubicBezTo>
                    <a:pt x="1346" y="3072"/>
                    <a:pt x="1346" y="5298"/>
                    <a:pt x="2704" y="6668"/>
                  </a:cubicBezTo>
                  <a:cubicBezTo>
                    <a:pt x="3382" y="7346"/>
                    <a:pt x="4275" y="7692"/>
                    <a:pt x="5168" y="7692"/>
                  </a:cubicBezTo>
                  <a:cubicBezTo>
                    <a:pt x="5883" y="7692"/>
                    <a:pt x="6597" y="7465"/>
                    <a:pt x="7204" y="7037"/>
                  </a:cubicBezTo>
                  <a:lnTo>
                    <a:pt x="7978" y="7811"/>
                  </a:lnTo>
                  <a:cubicBezTo>
                    <a:pt x="7919" y="7882"/>
                    <a:pt x="7883" y="7977"/>
                    <a:pt x="7883" y="8061"/>
                  </a:cubicBezTo>
                  <a:cubicBezTo>
                    <a:pt x="7883" y="8168"/>
                    <a:pt x="7919" y="8275"/>
                    <a:pt x="8002" y="8346"/>
                  </a:cubicBezTo>
                  <a:lnTo>
                    <a:pt x="8443" y="8787"/>
                  </a:lnTo>
                  <a:lnTo>
                    <a:pt x="6609" y="8787"/>
                  </a:lnTo>
                  <a:cubicBezTo>
                    <a:pt x="6514" y="8787"/>
                    <a:pt x="6430" y="8870"/>
                    <a:pt x="6430" y="8966"/>
                  </a:cubicBezTo>
                  <a:cubicBezTo>
                    <a:pt x="6430" y="9073"/>
                    <a:pt x="6514" y="9144"/>
                    <a:pt x="6609" y="9144"/>
                  </a:cubicBezTo>
                  <a:lnTo>
                    <a:pt x="8800" y="9144"/>
                  </a:lnTo>
                  <a:lnTo>
                    <a:pt x="10562" y="10906"/>
                  </a:lnTo>
                  <a:cubicBezTo>
                    <a:pt x="10633" y="10978"/>
                    <a:pt x="10740" y="11025"/>
                    <a:pt x="10836" y="11025"/>
                  </a:cubicBezTo>
                  <a:cubicBezTo>
                    <a:pt x="10943" y="11025"/>
                    <a:pt x="11050" y="10978"/>
                    <a:pt x="11121" y="10906"/>
                  </a:cubicBezTo>
                  <a:lnTo>
                    <a:pt x="11883" y="10144"/>
                  </a:lnTo>
                  <a:cubicBezTo>
                    <a:pt x="12026" y="9978"/>
                    <a:pt x="12026" y="9728"/>
                    <a:pt x="11872" y="9585"/>
                  </a:cubicBezTo>
                  <a:lnTo>
                    <a:pt x="11062" y="8775"/>
                  </a:lnTo>
                  <a:lnTo>
                    <a:pt x="11062" y="8727"/>
                  </a:lnTo>
                  <a:lnTo>
                    <a:pt x="11062" y="7025"/>
                  </a:lnTo>
                  <a:cubicBezTo>
                    <a:pt x="11062" y="6918"/>
                    <a:pt x="10990" y="6846"/>
                    <a:pt x="10883" y="6846"/>
                  </a:cubicBezTo>
                  <a:cubicBezTo>
                    <a:pt x="10776" y="6846"/>
                    <a:pt x="10705" y="6918"/>
                    <a:pt x="10705" y="7025"/>
                  </a:cubicBezTo>
                  <a:lnTo>
                    <a:pt x="10705" y="8430"/>
                  </a:lnTo>
                  <a:lnTo>
                    <a:pt x="9312" y="7037"/>
                  </a:lnTo>
                  <a:cubicBezTo>
                    <a:pt x="9233" y="6958"/>
                    <a:pt x="9132" y="6919"/>
                    <a:pt x="9034" y="6919"/>
                  </a:cubicBezTo>
                  <a:cubicBezTo>
                    <a:pt x="8939" y="6919"/>
                    <a:pt x="8846" y="6955"/>
                    <a:pt x="8776" y="7025"/>
                  </a:cubicBezTo>
                  <a:lnTo>
                    <a:pt x="8002" y="6251"/>
                  </a:lnTo>
                  <a:cubicBezTo>
                    <a:pt x="8978" y="4882"/>
                    <a:pt x="8859" y="2953"/>
                    <a:pt x="7633" y="1738"/>
                  </a:cubicBezTo>
                  <a:lnTo>
                    <a:pt x="7550" y="1643"/>
                  </a:lnTo>
                  <a:lnTo>
                    <a:pt x="10705" y="1643"/>
                  </a:lnTo>
                  <a:lnTo>
                    <a:pt x="10705" y="6251"/>
                  </a:lnTo>
                  <a:cubicBezTo>
                    <a:pt x="10705" y="6346"/>
                    <a:pt x="10776" y="6429"/>
                    <a:pt x="10883" y="6429"/>
                  </a:cubicBezTo>
                  <a:cubicBezTo>
                    <a:pt x="10990" y="6429"/>
                    <a:pt x="11062" y="6346"/>
                    <a:pt x="11062" y="6251"/>
                  </a:cubicBezTo>
                  <a:lnTo>
                    <a:pt x="11062" y="655"/>
                  </a:lnTo>
                  <a:cubicBezTo>
                    <a:pt x="11062" y="298"/>
                    <a:pt x="10764" y="0"/>
                    <a:pt x="10407" y="0"/>
                  </a:cubicBezTo>
                  <a:lnTo>
                    <a:pt x="8812" y="0"/>
                  </a:lnTo>
                  <a:cubicBezTo>
                    <a:pt x="8716" y="0"/>
                    <a:pt x="8633" y="72"/>
                    <a:pt x="8633" y="179"/>
                  </a:cubicBezTo>
                  <a:cubicBezTo>
                    <a:pt x="8633" y="274"/>
                    <a:pt x="8716" y="357"/>
                    <a:pt x="8812" y="357"/>
                  </a:cubicBezTo>
                  <a:lnTo>
                    <a:pt x="10407" y="357"/>
                  </a:lnTo>
                  <a:cubicBezTo>
                    <a:pt x="10574" y="357"/>
                    <a:pt x="10705" y="488"/>
                    <a:pt x="10705" y="655"/>
                  </a:cubicBezTo>
                  <a:lnTo>
                    <a:pt x="10705" y="1286"/>
                  </a:lnTo>
                  <a:lnTo>
                    <a:pt x="7109" y="1286"/>
                  </a:lnTo>
                  <a:cubicBezTo>
                    <a:pt x="6520" y="899"/>
                    <a:pt x="5841" y="706"/>
                    <a:pt x="5165" y="706"/>
                  </a:cubicBezTo>
                  <a:cubicBezTo>
                    <a:pt x="4490" y="706"/>
                    <a:pt x="3817" y="899"/>
                    <a:pt x="3239" y="1286"/>
                  </a:cubicBezTo>
                  <a:lnTo>
                    <a:pt x="358" y="1286"/>
                  </a:lnTo>
                  <a:lnTo>
                    <a:pt x="358" y="655"/>
                  </a:lnTo>
                  <a:cubicBezTo>
                    <a:pt x="358" y="488"/>
                    <a:pt x="501" y="357"/>
                    <a:pt x="656" y="357"/>
                  </a:cubicBezTo>
                  <a:lnTo>
                    <a:pt x="8062" y="357"/>
                  </a:lnTo>
                  <a:cubicBezTo>
                    <a:pt x="8157" y="357"/>
                    <a:pt x="8240" y="274"/>
                    <a:pt x="8240" y="179"/>
                  </a:cubicBezTo>
                  <a:cubicBezTo>
                    <a:pt x="8240" y="72"/>
                    <a:pt x="8157" y="0"/>
                    <a:pt x="806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70" name="Google Shape;11070;p62"/>
            <p:cNvSpPr/>
            <p:nvPr/>
          </p:nvSpPr>
          <p:spPr>
            <a:xfrm>
              <a:off x="2937814" y="4300215"/>
              <a:ext cx="11768" cy="11418"/>
            </a:xfrm>
            <a:custGeom>
              <a:avLst/>
              <a:gdLst/>
              <a:ahLst/>
              <a:cxnLst/>
              <a:rect l="l" t="t" r="r" b="b"/>
              <a:pathLst>
                <a:path w="370" h="359" extrusionOk="0">
                  <a:moveTo>
                    <a:pt x="191" y="1"/>
                  </a:moveTo>
                  <a:cubicBezTo>
                    <a:pt x="84" y="1"/>
                    <a:pt x="0" y="72"/>
                    <a:pt x="0" y="179"/>
                  </a:cubicBezTo>
                  <a:cubicBezTo>
                    <a:pt x="0" y="263"/>
                    <a:pt x="84" y="358"/>
                    <a:pt x="191" y="358"/>
                  </a:cubicBezTo>
                  <a:cubicBezTo>
                    <a:pt x="286" y="358"/>
                    <a:pt x="370" y="287"/>
                    <a:pt x="370" y="179"/>
                  </a:cubicBezTo>
                  <a:cubicBezTo>
                    <a:pt x="370" y="72"/>
                    <a:pt x="286" y="1"/>
                    <a:pt x="19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71" name="Google Shape;11071;p62"/>
            <p:cNvSpPr/>
            <p:nvPr/>
          </p:nvSpPr>
          <p:spPr>
            <a:xfrm>
              <a:off x="2952572" y="4300215"/>
              <a:ext cx="11386" cy="11418"/>
            </a:xfrm>
            <a:custGeom>
              <a:avLst/>
              <a:gdLst/>
              <a:ahLst/>
              <a:cxnLst/>
              <a:rect l="l" t="t" r="r" b="b"/>
              <a:pathLst>
                <a:path w="358" h="359" extrusionOk="0">
                  <a:moveTo>
                    <a:pt x="179" y="1"/>
                  </a:moveTo>
                  <a:cubicBezTo>
                    <a:pt x="84" y="1"/>
                    <a:pt x="1" y="72"/>
                    <a:pt x="1" y="179"/>
                  </a:cubicBezTo>
                  <a:cubicBezTo>
                    <a:pt x="1" y="263"/>
                    <a:pt x="84" y="358"/>
                    <a:pt x="179" y="358"/>
                  </a:cubicBezTo>
                  <a:cubicBezTo>
                    <a:pt x="287" y="358"/>
                    <a:pt x="358" y="287"/>
                    <a:pt x="358" y="179"/>
                  </a:cubicBezTo>
                  <a:cubicBezTo>
                    <a:pt x="358" y="72"/>
                    <a:pt x="275" y="1"/>
                    <a:pt x="17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72" name="Google Shape;11072;p62"/>
            <p:cNvSpPr/>
            <p:nvPr/>
          </p:nvSpPr>
          <p:spPr>
            <a:xfrm>
              <a:off x="2967361" y="4300215"/>
              <a:ext cx="11386" cy="11418"/>
            </a:xfrm>
            <a:custGeom>
              <a:avLst/>
              <a:gdLst/>
              <a:ahLst/>
              <a:cxnLst/>
              <a:rect l="l" t="t" r="r" b="b"/>
              <a:pathLst>
                <a:path w="358" h="359" extrusionOk="0">
                  <a:moveTo>
                    <a:pt x="179" y="1"/>
                  </a:moveTo>
                  <a:cubicBezTo>
                    <a:pt x="72" y="1"/>
                    <a:pt x="0" y="72"/>
                    <a:pt x="0" y="179"/>
                  </a:cubicBezTo>
                  <a:cubicBezTo>
                    <a:pt x="0" y="263"/>
                    <a:pt x="72" y="358"/>
                    <a:pt x="179" y="358"/>
                  </a:cubicBezTo>
                  <a:cubicBezTo>
                    <a:pt x="286" y="358"/>
                    <a:pt x="357" y="287"/>
                    <a:pt x="357" y="179"/>
                  </a:cubicBezTo>
                  <a:cubicBezTo>
                    <a:pt x="345" y="72"/>
                    <a:pt x="262" y="1"/>
                    <a:pt x="17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73" name="Google Shape;11073;p62"/>
            <p:cNvSpPr/>
            <p:nvPr/>
          </p:nvSpPr>
          <p:spPr>
            <a:xfrm>
              <a:off x="3016563" y="4424063"/>
              <a:ext cx="11418" cy="11386"/>
            </a:xfrm>
            <a:custGeom>
              <a:avLst/>
              <a:gdLst/>
              <a:ahLst/>
              <a:cxnLst/>
              <a:rect l="l" t="t" r="r" b="b"/>
              <a:pathLst>
                <a:path w="359" h="358" extrusionOk="0">
                  <a:moveTo>
                    <a:pt x="180" y="0"/>
                  </a:moveTo>
                  <a:cubicBezTo>
                    <a:pt x="72" y="0"/>
                    <a:pt x="1" y="84"/>
                    <a:pt x="1" y="179"/>
                  </a:cubicBezTo>
                  <a:cubicBezTo>
                    <a:pt x="1" y="286"/>
                    <a:pt x="72" y="357"/>
                    <a:pt x="180" y="357"/>
                  </a:cubicBezTo>
                  <a:cubicBezTo>
                    <a:pt x="287" y="357"/>
                    <a:pt x="358" y="286"/>
                    <a:pt x="358" y="179"/>
                  </a:cubicBezTo>
                  <a:cubicBezTo>
                    <a:pt x="358" y="84"/>
                    <a:pt x="287" y="0"/>
                    <a:pt x="18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74" name="Google Shape;11074;p62"/>
            <p:cNvSpPr/>
            <p:nvPr/>
          </p:nvSpPr>
          <p:spPr>
            <a:xfrm>
              <a:off x="3016563" y="4442606"/>
              <a:ext cx="11418" cy="11386"/>
            </a:xfrm>
            <a:custGeom>
              <a:avLst/>
              <a:gdLst/>
              <a:ahLst/>
              <a:cxnLst/>
              <a:rect l="l" t="t" r="r" b="b"/>
              <a:pathLst>
                <a:path w="359" h="358" extrusionOk="0">
                  <a:moveTo>
                    <a:pt x="180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86"/>
                    <a:pt x="72" y="358"/>
                    <a:pt x="180" y="358"/>
                  </a:cubicBezTo>
                  <a:cubicBezTo>
                    <a:pt x="287" y="358"/>
                    <a:pt x="358" y="286"/>
                    <a:pt x="358" y="179"/>
                  </a:cubicBezTo>
                  <a:cubicBezTo>
                    <a:pt x="358" y="72"/>
                    <a:pt x="287" y="1"/>
                    <a:pt x="18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75" name="Google Shape;11075;p62"/>
            <p:cNvSpPr/>
            <p:nvPr/>
          </p:nvSpPr>
          <p:spPr>
            <a:xfrm>
              <a:off x="3032498" y="4424063"/>
              <a:ext cx="11768" cy="11386"/>
            </a:xfrm>
            <a:custGeom>
              <a:avLst/>
              <a:gdLst/>
              <a:ahLst/>
              <a:cxnLst/>
              <a:rect l="l" t="t" r="r" b="b"/>
              <a:pathLst>
                <a:path w="370" h="358" extrusionOk="0">
                  <a:moveTo>
                    <a:pt x="191" y="0"/>
                  </a:moveTo>
                  <a:cubicBezTo>
                    <a:pt x="83" y="0"/>
                    <a:pt x="0" y="84"/>
                    <a:pt x="0" y="179"/>
                  </a:cubicBezTo>
                  <a:cubicBezTo>
                    <a:pt x="0" y="286"/>
                    <a:pt x="83" y="357"/>
                    <a:pt x="191" y="357"/>
                  </a:cubicBezTo>
                  <a:cubicBezTo>
                    <a:pt x="286" y="357"/>
                    <a:pt x="369" y="286"/>
                    <a:pt x="369" y="179"/>
                  </a:cubicBezTo>
                  <a:cubicBezTo>
                    <a:pt x="369" y="84"/>
                    <a:pt x="274" y="0"/>
                    <a:pt x="19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76" name="Google Shape;11076;p62"/>
            <p:cNvSpPr/>
            <p:nvPr/>
          </p:nvSpPr>
          <p:spPr>
            <a:xfrm>
              <a:off x="3032498" y="4442606"/>
              <a:ext cx="11768" cy="11386"/>
            </a:xfrm>
            <a:custGeom>
              <a:avLst/>
              <a:gdLst/>
              <a:ahLst/>
              <a:cxnLst/>
              <a:rect l="l" t="t" r="r" b="b"/>
              <a:pathLst>
                <a:path w="370" h="358" extrusionOk="0">
                  <a:moveTo>
                    <a:pt x="191" y="1"/>
                  </a:moveTo>
                  <a:cubicBezTo>
                    <a:pt x="83" y="1"/>
                    <a:pt x="0" y="72"/>
                    <a:pt x="0" y="179"/>
                  </a:cubicBezTo>
                  <a:cubicBezTo>
                    <a:pt x="0" y="286"/>
                    <a:pt x="83" y="358"/>
                    <a:pt x="191" y="358"/>
                  </a:cubicBezTo>
                  <a:cubicBezTo>
                    <a:pt x="286" y="358"/>
                    <a:pt x="369" y="286"/>
                    <a:pt x="369" y="179"/>
                  </a:cubicBezTo>
                  <a:cubicBezTo>
                    <a:pt x="369" y="72"/>
                    <a:pt x="274" y="1"/>
                    <a:pt x="19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77" name="Google Shape;11077;p62"/>
            <p:cNvSpPr/>
            <p:nvPr/>
          </p:nvSpPr>
          <p:spPr>
            <a:xfrm>
              <a:off x="3016213" y="4357527"/>
              <a:ext cx="112494" cy="111636"/>
            </a:xfrm>
            <a:custGeom>
              <a:avLst/>
              <a:gdLst/>
              <a:ahLst/>
              <a:cxnLst/>
              <a:rect l="l" t="t" r="r" b="b"/>
              <a:pathLst>
                <a:path w="3537" h="3510" extrusionOk="0">
                  <a:moveTo>
                    <a:pt x="2250" y="354"/>
                  </a:moveTo>
                  <a:lnTo>
                    <a:pt x="2096" y="1080"/>
                  </a:lnTo>
                  <a:lnTo>
                    <a:pt x="1357" y="913"/>
                  </a:lnTo>
                  <a:cubicBezTo>
                    <a:pt x="1336" y="909"/>
                    <a:pt x="1315" y="907"/>
                    <a:pt x="1293" y="907"/>
                  </a:cubicBezTo>
                  <a:cubicBezTo>
                    <a:pt x="1193" y="907"/>
                    <a:pt x="1093" y="950"/>
                    <a:pt x="1024" y="1009"/>
                  </a:cubicBezTo>
                  <a:cubicBezTo>
                    <a:pt x="929" y="1104"/>
                    <a:pt x="905" y="1211"/>
                    <a:pt x="929" y="1342"/>
                  </a:cubicBezTo>
                  <a:lnTo>
                    <a:pt x="953" y="1366"/>
                  </a:lnTo>
                  <a:lnTo>
                    <a:pt x="369" y="818"/>
                  </a:lnTo>
                  <a:lnTo>
                    <a:pt x="2250" y="354"/>
                  </a:lnTo>
                  <a:close/>
                  <a:moveTo>
                    <a:pt x="1274" y="1259"/>
                  </a:moveTo>
                  <a:lnTo>
                    <a:pt x="2036" y="1425"/>
                  </a:lnTo>
                  <a:lnTo>
                    <a:pt x="1869" y="2259"/>
                  </a:lnTo>
                  <a:lnTo>
                    <a:pt x="1429" y="1830"/>
                  </a:lnTo>
                  <a:lnTo>
                    <a:pt x="1274" y="1259"/>
                  </a:lnTo>
                  <a:close/>
                  <a:moveTo>
                    <a:pt x="2369" y="1521"/>
                  </a:moveTo>
                  <a:lnTo>
                    <a:pt x="3167" y="1699"/>
                  </a:lnTo>
                  <a:lnTo>
                    <a:pt x="1715" y="3152"/>
                  </a:lnTo>
                  <a:lnTo>
                    <a:pt x="1548" y="2449"/>
                  </a:lnTo>
                  <a:lnTo>
                    <a:pt x="1607" y="2509"/>
                  </a:lnTo>
                  <a:cubicBezTo>
                    <a:pt x="1679" y="2568"/>
                    <a:pt x="1774" y="2616"/>
                    <a:pt x="1857" y="2616"/>
                  </a:cubicBezTo>
                  <a:cubicBezTo>
                    <a:pt x="1893" y="2616"/>
                    <a:pt x="1929" y="2616"/>
                    <a:pt x="1965" y="2604"/>
                  </a:cubicBezTo>
                  <a:cubicBezTo>
                    <a:pt x="2084" y="2557"/>
                    <a:pt x="2191" y="2473"/>
                    <a:pt x="2203" y="2330"/>
                  </a:cubicBezTo>
                  <a:lnTo>
                    <a:pt x="2369" y="1521"/>
                  </a:lnTo>
                  <a:close/>
                  <a:moveTo>
                    <a:pt x="2239" y="0"/>
                  </a:moveTo>
                  <a:cubicBezTo>
                    <a:pt x="2211" y="0"/>
                    <a:pt x="2183" y="3"/>
                    <a:pt x="2155" y="9"/>
                  </a:cubicBezTo>
                  <a:lnTo>
                    <a:pt x="274" y="473"/>
                  </a:lnTo>
                  <a:cubicBezTo>
                    <a:pt x="167" y="509"/>
                    <a:pt x="60" y="604"/>
                    <a:pt x="24" y="723"/>
                  </a:cubicBezTo>
                  <a:cubicBezTo>
                    <a:pt x="0" y="842"/>
                    <a:pt x="24" y="985"/>
                    <a:pt x="119" y="1068"/>
                  </a:cubicBezTo>
                  <a:lnTo>
                    <a:pt x="1084" y="2009"/>
                  </a:lnTo>
                  <a:lnTo>
                    <a:pt x="1369" y="3223"/>
                  </a:lnTo>
                  <a:cubicBezTo>
                    <a:pt x="1393" y="3342"/>
                    <a:pt x="1488" y="3450"/>
                    <a:pt x="1619" y="3497"/>
                  </a:cubicBezTo>
                  <a:cubicBezTo>
                    <a:pt x="1655" y="3509"/>
                    <a:pt x="1679" y="3509"/>
                    <a:pt x="1726" y="3509"/>
                  </a:cubicBezTo>
                  <a:cubicBezTo>
                    <a:pt x="1810" y="3509"/>
                    <a:pt x="1905" y="3473"/>
                    <a:pt x="1976" y="3402"/>
                  </a:cubicBezTo>
                  <a:lnTo>
                    <a:pt x="3441" y="1949"/>
                  </a:lnTo>
                  <a:cubicBezTo>
                    <a:pt x="3512" y="1842"/>
                    <a:pt x="3536" y="1711"/>
                    <a:pt x="3512" y="1592"/>
                  </a:cubicBezTo>
                  <a:cubicBezTo>
                    <a:pt x="3477" y="1473"/>
                    <a:pt x="3381" y="1366"/>
                    <a:pt x="3239" y="1342"/>
                  </a:cubicBezTo>
                  <a:lnTo>
                    <a:pt x="2441" y="1152"/>
                  </a:lnTo>
                  <a:lnTo>
                    <a:pt x="2584" y="425"/>
                  </a:lnTo>
                  <a:cubicBezTo>
                    <a:pt x="2619" y="306"/>
                    <a:pt x="2572" y="187"/>
                    <a:pt x="2488" y="104"/>
                  </a:cubicBezTo>
                  <a:cubicBezTo>
                    <a:pt x="2416" y="31"/>
                    <a:pt x="2329" y="0"/>
                    <a:pt x="223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78" name="Google Shape;11078;p62"/>
            <p:cNvSpPr/>
            <p:nvPr/>
          </p:nvSpPr>
          <p:spPr>
            <a:xfrm>
              <a:off x="2937051" y="4499791"/>
              <a:ext cx="14439" cy="11386"/>
            </a:xfrm>
            <a:custGeom>
              <a:avLst/>
              <a:gdLst/>
              <a:ahLst/>
              <a:cxnLst/>
              <a:rect l="l" t="t" r="r" b="b"/>
              <a:pathLst>
                <a:path w="454" h="358" extrusionOk="0">
                  <a:moveTo>
                    <a:pt x="179" y="0"/>
                  </a:moveTo>
                  <a:cubicBezTo>
                    <a:pt x="72" y="0"/>
                    <a:pt x="1" y="72"/>
                    <a:pt x="1" y="179"/>
                  </a:cubicBezTo>
                  <a:cubicBezTo>
                    <a:pt x="1" y="286"/>
                    <a:pt x="96" y="358"/>
                    <a:pt x="179" y="358"/>
                  </a:cubicBezTo>
                  <a:lnTo>
                    <a:pt x="274" y="358"/>
                  </a:lnTo>
                  <a:cubicBezTo>
                    <a:pt x="370" y="358"/>
                    <a:pt x="453" y="286"/>
                    <a:pt x="453" y="179"/>
                  </a:cubicBezTo>
                  <a:cubicBezTo>
                    <a:pt x="453" y="72"/>
                    <a:pt x="370" y="0"/>
                    <a:pt x="27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79" name="Google Shape;11079;p62"/>
            <p:cNvSpPr/>
            <p:nvPr/>
          </p:nvSpPr>
          <p:spPr>
            <a:xfrm>
              <a:off x="2953717" y="4499791"/>
              <a:ext cx="30310" cy="11386"/>
            </a:xfrm>
            <a:custGeom>
              <a:avLst/>
              <a:gdLst/>
              <a:ahLst/>
              <a:cxnLst/>
              <a:rect l="l" t="t" r="r" b="b"/>
              <a:pathLst>
                <a:path w="953" h="358" extrusionOk="0">
                  <a:moveTo>
                    <a:pt x="179" y="0"/>
                  </a:moveTo>
                  <a:cubicBezTo>
                    <a:pt x="72" y="0"/>
                    <a:pt x="1" y="84"/>
                    <a:pt x="1" y="179"/>
                  </a:cubicBezTo>
                  <a:cubicBezTo>
                    <a:pt x="1" y="286"/>
                    <a:pt x="72" y="358"/>
                    <a:pt x="179" y="358"/>
                  </a:cubicBezTo>
                  <a:lnTo>
                    <a:pt x="774" y="358"/>
                  </a:lnTo>
                  <a:cubicBezTo>
                    <a:pt x="882" y="358"/>
                    <a:pt x="953" y="286"/>
                    <a:pt x="953" y="179"/>
                  </a:cubicBezTo>
                  <a:cubicBezTo>
                    <a:pt x="953" y="96"/>
                    <a:pt x="858" y="0"/>
                    <a:pt x="77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80" name="Google Shape;11080;p62"/>
            <p:cNvSpPr/>
            <p:nvPr/>
          </p:nvSpPr>
          <p:spPr>
            <a:xfrm>
              <a:off x="2937051" y="4514930"/>
              <a:ext cx="46976" cy="11386"/>
            </a:xfrm>
            <a:custGeom>
              <a:avLst/>
              <a:gdLst/>
              <a:ahLst/>
              <a:cxnLst/>
              <a:rect l="l" t="t" r="r" b="b"/>
              <a:pathLst>
                <a:path w="1477" h="358" extrusionOk="0">
                  <a:moveTo>
                    <a:pt x="179" y="1"/>
                  </a:moveTo>
                  <a:cubicBezTo>
                    <a:pt x="72" y="1"/>
                    <a:pt x="1" y="84"/>
                    <a:pt x="1" y="179"/>
                  </a:cubicBezTo>
                  <a:cubicBezTo>
                    <a:pt x="1" y="286"/>
                    <a:pt x="72" y="358"/>
                    <a:pt x="179" y="358"/>
                  </a:cubicBezTo>
                  <a:lnTo>
                    <a:pt x="1298" y="358"/>
                  </a:lnTo>
                  <a:cubicBezTo>
                    <a:pt x="1406" y="358"/>
                    <a:pt x="1477" y="286"/>
                    <a:pt x="1477" y="179"/>
                  </a:cubicBezTo>
                  <a:cubicBezTo>
                    <a:pt x="1477" y="84"/>
                    <a:pt x="1382" y="1"/>
                    <a:pt x="1298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81" name="Google Shape;11081;p62"/>
            <p:cNvSpPr/>
            <p:nvPr/>
          </p:nvSpPr>
          <p:spPr>
            <a:xfrm>
              <a:off x="2937051" y="4529719"/>
              <a:ext cx="46976" cy="11386"/>
            </a:xfrm>
            <a:custGeom>
              <a:avLst/>
              <a:gdLst/>
              <a:ahLst/>
              <a:cxnLst/>
              <a:rect l="l" t="t" r="r" b="b"/>
              <a:pathLst>
                <a:path w="1477" h="358" extrusionOk="0">
                  <a:moveTo>
                    <a:pt x="179" y="0"/>
                  </a:moveTo>
                  <a:cubicBezTo>
                    <a:pt x="72" y="0"/>
                    <a:pt x="1" y="71"/>
                    <a:pt x="1" y="179"/>
                  </a:cubicBezTo>
                  <a:cubicBezTo>
                    <a:pt x="1" y="286"/>
                    <a:pt x="72" y="357"/>
                    <a:pt x="179" y="357"/>
                  </a:cubicBezTo>
                  <a:lnTo>
                    <a:pt x="1298" y="357"/>
                  </a:lnTo>
                  <a:cubicBezTo>
                    <a:pt x="1406" y="357"/>
                    <a:pt x="1477" y="286"/>
                    <a:pt x="1477" y="179"/>
                  </a:cubicBezTo>
                  <a:cubicBezTo>
                    <a:pt x="1477" y="71"/>
                    <a:pt x="1382" y="0"/>
                    <a:pt x="129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82" name="Google Shape;11082;p62"/>
            <p:cNvSpPr/>
            <p:nvPr/>
          </p:nvSpPr>
          <p:spPr>
            <a:xfrm>
              <a:off x="3213881" y="4343787"/>
              <a:ext cx="11386" cy="126488"/>
            </a:xfrm>
            <a:custGeom>
              <a:avLst/>
              <a:gdLst/>
              <a:ahLst/>
              <a:cxnLst/>
              <a:rect l="l" t="t" r="r" b="b"/>
              <a:pathLst>
                <a:path w="358" h="3977" extrusionOk="0">
                  <a:moveTo>
                    <a:pt x="179" y="0"/>
                  </a:moveTo>
                  <a:cubicBezTo>
                    <a:pt x="83" y="0"/>
                    <a:pt x="0" y="83"/>
                    <a:pt x="0" y="179"/>
                  </a:cubicBezTo>
                  <a:lnTo>
                    <a:pt x="0" y="3798"/>
                  </a:lnTo>
                  <a:cubicBezTo>
                    <a:pt x="0" y="3893"/>
                    <a:pt x="83" y="3977"/>
                    <a:pt x="179" y="3977"/>
                  </a:cubicBezTo>
                  <a:cubicBezTo>
                    <a:pt x="286" y="3977"/>
                    <a:pt x="357" y="3893"/>
                    <a:pt x="357" y="3798"/>
                  </a:cubicBezTo>
                  <a:lnTo>
                    <a:pt x="357" y="179"/>
                  </a:lnTo>
                  <a:cubicBezTo>
                    <a:pt x="357" y="72"/>
                    <a:pt x="286" y="0"/>
                    <a:pt x="17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</p:grpSp>
      <p:grpSp>
        <p:nvGrpSpPr>
          <p:cNvPr id="183" name="Google Shape;11114;p62"/>
          <p:cNvGrpSpPr/>
          <p:nvPr/>
        </p:nvGrpSpPr>
        <p:grpSpPr>
          <a:xfrm>
            <a:off x="2450033" y="1567788"/>
            <a:ext cx="192007" cy="351318"/>
            <a:chOff x="939156" y="3809209"/>
            <a:chExt cx="192007" cy="351318"/>
          </a:xfrm>
        </p:grpSpPr>
        <p:sp>
          <p:nvSpPr>
            <p:cNvPr id="184" name="Google Shape;11115;p62"/>
            <p:cNvSpPr/>
            <p:nvPr/>
          </p:nvSpPr>
          <p:spPr>
            <a:xfrm>
              <a:off x="939538" y="3809209"/>
              <a:ext cx="191625" cy="106706"/>
            </a:xfrm>
            <a:custGeom>
              <a:avLst/>
              <a:gdLst/>
              <a:ahLst/>
              <a:cxnLst/>
              <a:rect l="l" t="t" r="r" b="b"/>
              <a:pathLst>
                <a:path w="6025" h="3355" extrusionOk="0">
                  <a:moveTo>
                    <a:pt x="3016" y="0"/>
                  </a:moveTo>
                  <a:cubicBezTo>
                    <a:pt x="2872" y="0"/>
                    <a:pt x="2764" y="67"/>
                    <a:pt x="2786" y="199"/>
                  </a:cubicBezTo>
                  <a:cubicBezTo>
                    <a:pt x="2797" y="275"/>
                    <a:pt x="2878" y="331"/>
                    <a:pt x="2955" y="331"/>
                  </a:cubicBezTo>
                  <a:cubicBezTo>
                    <a:pt x="2962" y="331"/>
                    <a:pt x="2970" y="331"/>
                    <a:pt x="2977" y="330"/>
                  </a:cubicBezTo>
                  <a:cubicBezTo>
                    <a:pt x="2994" y="326"/>
                    <a:pt x="3012" y="324"/>
                    <a:pt x="3028" y="324"/>
                  </a:cubicBezTo>
                  <a:cubicBezTo>
                    <a:pt x="3172" y="324"/>
                    <a:pt x="3286" y="453"/>
                    <a:pt x="3286" y="592"/>
                  </a:cubicBezTo>
                  <a:lnTo>
                    <a:pt x="3286" y="687"/>
                  </a:lnTo>
                  <a:lnTo>
                    <a:pt x="2739" y="687"/>
                  </a:lnTo>
                  <a:lnTo>
                    <a:pt x="2739" y="628"/>
                  </a:lnTo>
                  <a:cubicBezTo>
                    <a:pt x="2739" y="532"/>
                    <a:pt x="2667" y="461"/>
                    <a:pt x="2572" y="461"/>
                  </a:cubicBezTo>
                  <a:cubicBezTo>
                    <a:pt x="2489" y="461"/>
                    <a:pt x="2417" y="532"/>
                    <a:pt x="2417" y="628"/>
                  </a:cubicBezTo>
                  <a:lnTo>
                    <a:pt x="2417" y="687"/>
                  </a:lnTo>
                  <a:lnTo>
                    <a:pt x="1405" y="687"/>
                  </a:lnTo>
                  <a:cubicBezTo>
                    <a:pt x="1310" y="687"/>
                    <a:pt x="1238" y="758"/>
                    <a:pt x="1238" y="854"/>
                  </a:cubicBezTo>
                  <a:cubicBezTo>
                    <a:pt x="1238" y="937"/>
                    <a:pt x="1310" y="1020"/>
                    <a:pt x="1405" y="1020"/>
                  </a:cubicBezTo>
                  <a:lnTo>
                    <a:pt x="5584" y="1020"/>
                  </a:lnTo>
                  <a:cubicBezTo>
                    <a:pt x="5644" y="1020"/>
                    <a:pt x="5691" y="1056"/>
                    <a:pt x="5691" y="1116"/>
                  </a:cubicBezTo>
                  <a:lnTo>
                    <a:pt x="5691" y="1473"/>
                  </a:lnTo>
                  <a:cubicBezTo>
                    <a:pt x="5691" y="1532"/>
                    <a:pt x="5644" y="1580"/>
                    <a:pt x="5584" y="1580"/>
                  </a:cubicBezTo>
                  <a:lnTo>
                    <a:pt x="429" y="1580"/>
                  </a:lnTo>
                  <a:cubicBezTo>
                    <a:pt x="369" y="1580"/>
                    <a:pt x="334" y="1532"/>
                    <a:pt x="334" y="1473"/>
                  </a:cubicBezTo>
                  <a:lnTo>
                    <a:pt x="334" y="1116"/>
                  </a:lnTo>
                  <a:cubicBezTo>
                    <a:pt x="334" y="1056"/>
                    <a:pt x="369" y="1020"/>
                    <a:pt x="429" y="1020"/>
                  </a:cubicBezTo>
                  <a:lnTo>
                    <a:pt x="750" y="1020"/>
                  </a:lnTo>
                  <a:cubicBezTo>
                    <a:pt x="834" y="1020"/>
                    <a:pt x="905" y="937"/>
                    <a:pt x="905" y="854"/>
                  </a:cubicBezTo>
                  <a:cubicBezTo>
                    <a:pt x="905" y="758"/>
                    <a:pt x="834" y="687"/>
                    <a:pt x="750" y="687"/>
                  </a:cubicBezTo>
                  <a:lnTo>
                    <a:pt x="429" y="687"/>
                  </a:lnTo>
                  <a:cubicBezTo>
                    <a:pt x="191" y="687"/>
                    <a:pt x="0" y="878"/>
                    <a:pt x="0" y="1116"/>
                  </a:cubicBezTo>
                  <a:lnTo>
                    <a:pt x="0" y="1473"/>
                  </a:lnTo>
                  <a:cubicBezTo>
                    <a:pt x="0" y="1711"/>
                    <a:pt x="191" y="1901"/>
                    <a:pt x="429" y="1901"/>
                  </a:cubicBezTo>
                  <a:lnTo>
                    <a:pt x="572" y="1901"/>
                  </a:lnTo>
                  <a:lnTo>
                    <a:pt x="572" y="3187"/>
                  </a:lnTo>
                  <a:cubicBezTo>
                    <a:pt x="572" y="3271"/>
                    <a:pt x="643" y="3354"/>
                    <a:pt x="726" y="3354"/>
                  </a:cubicBezTo>
                  <a:cubicBezTo>
                    <a:pt x="822" y="3354"/>
                    <a:pt x="893" y="3271"/>
                    <a:pt x="893" y="3187"/>
                  </a:cubicBezTo>
                  <a:lnTo>
                    <a:pt x="893" y="1901"/>
                  </a:lnTo>
                  <a:lnTo>
                    <a:pt x="5132" y="1901"/>
                  </a:lnTo>
                  <a:lnTo>
                    <a:pt x="5132" y="2306"/>
                  </a:lnTo>
                  <a:cubicBezTo>
                    <a:pt x="5132" y="2402"/>
                    <a:pt x="5215" y="2473"/>
                    <a:pt x="5298" y="2473"/>
                  </a:cubicBezTo>
                  <a:cubicBezTo>
                    <a:pt x="5394" y="2473"/>
                    <a:pt x="5465" y="2402"/>
                    <a:pt x="5465" y="2306"/>
                  </a:cubicBezTo>
                  <a:lnTo>
                    <a:pt x="5465" y="1901"/>
                  </a:lnTo>
                  <a:lnTo>
                    <a:pt x="5596" y="1901"/>
                  </a:lnTo>
                  <a:cubicBezTo>
                    <a:pt x="5834" y="1901"/>
                    <a:pt x="6025" y="1711"/>
                    <a:pt x="6025" y="1473"/>
                  </a:cubicBezTo>
                  <a:lnTo>
                    <a:pt x="6025" y="1116"/>
                  </a:lnTo>
                  <a:cubicBezTo>
                    <a:pt x="6025" y="878"/>
                    <a:pt x="5822" y="687"/>
                    <a:pt x="5584" y="687"/>
                  </a:cubicBezTo>
                  <a:lnTo>
                    <a:pt x="3620" y="687"/>
                  </a:lnTo>
                  <a:lnTo>
                    <a:pt x="3620" y="604"/>
                  </a:lnTo>
                  <a:cubicBezTo>
                    <a:pt x="3620" y="198"/>
                    <a:pt x="3263" y="0"/>
                    <a:pt x="301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  <p:sp>
          <p:nvSpPr>
            <p:cNvPr id="185" name="Google Shape;11116;p62"/>
            <p:cNvSpPr/>
            <p:nvPr/>
          </p:nvSpPr>
          <p:spPr>
            <a:xfrm>
              <a:off x="939156" y="3898835"/>
              <a:ext cx="192007" cy="261692"/>
            </a:xfrm>
            <a:custGeom>
              <a:avLst/>
              <a:gdLst/>
              <a:ahLst/>
              <a:cxnLst/>
              <a:rect l="l" t="t" r="r" b="b"/>
              <a:pathLst>
                <a:path w="6037" h="8228" extrusionOk="0">
                  <a:moveTo>
                    <a:pt x="2977" y="4691"/>
                  </a:moveTo>
                  <a:cubicBezTo>
                    <a:pt x="2739" y="5179"/>
                    <a:pt x="1953" y="6846"/>
                    <a:pt x="1536" y="7739"/>
                  </a:cubicBezTo>
                  <a:cubicBezTo>
                    <a:pt x="1489" y="7811"/>
                    <a:pt x="1417" y="7870"/>
                    <a:pt x="1322" y="7870"/>
                  </a:cubicBezTo>
                  <a:cubicBezTo>
                    <a:pt x="1298" y="7870"/>
                    <a:pt x="1250" y="7858"/>
                    <a:pt x="1215" y="7835"/>
                  </a:cubicBezTo>
                  <a:cubicBezTo>
                    <a:pt x="1096" y="7787"/>
                    <a:pt x="1060" y="7644"/>
                    <a:pt x="1119" y="7525"/>
                  </a:cubicBezTo>
                  <a:lnTo>
                    <a:pt x="2465" y="4691"/>
                  </a:lnTo>
                  <a:close/>
                  <a:moveTo>
                    <a:pt x="3572" y="4703"/>
                  </a:moveTo>
                  <a:lnTo>
                    <a:pt x="4929" y="7549"/>
                  </a:lnTo>
                  <a:cubicBezTo>
                    <a:pt x="4989" y="7668"/>
                    <a:pt x="4929" y="7799"/>
                    <a:pt x="4822" y="7858"/>
                  </a:cubicBezTo>
                  <a:cubicBezTo>
                    <a:pt x="4787" y="7870"/>
                    <a:pt x="4763" y="7882"/>
                    <a:pt x="4715" y="7882"/>
                  </a:cubicBezTo>
                  <a:cubicBezTo>
                    <a:pt x="4632" y="7882"/>
                    <a:pt x="4548" y="7846"/>
                    <a:pt x="4513" y="7751"/>
                  </a:cubicBezTo>
                  <a:lnTo>
                    <a:pt x="3572" y="5775"/>
                  </a:lnTo>
                  <a:cubicBezTo>
                    <a:pt x="3572" y="5775"/>
                    <a:pt x="3215" y="5025"/>
                    <a:pt x="3203" y="4989"/>
                  </a:cubicBezTo>
                  <a:cubicBezTo>
                    <a:pt x="3298" y="4775"/>
                    <a:pt x="3334" y="4715"/>
                    <a:pt x="3334" y="4703"/>
                  </a:cubicBezTo>
                  <a:close/>
                  <a:moveTo>
                    <a:pt x="3036" y="5358"/>
                  </a:moveTo>
                  <a:lnTo>
                    <a:pt x="3263" y="5834"/>
                  </a:lnTo>
                  <a:lnTo>
                    <a:pt x="3263" y="7680"/>
                  </a:lnTo>
                  <a:cubicBezTo>
                    <a:pt x="3263" y="7799"/>
                    <a:pt x="3155" y="7906"/>
                    <a:pt x="3036" y="7906"/>
                  </a:cubicBezTo>
                  <a:cubicBezTo>
                    <a:pt x="2917" y="7906"/>
                    <a:pt x="2810" y="7799"/>
                    <a:pt x="2810" y="7680"/>
                  </a:cubicBezTo>
                  <a:lnTo>
                    <a:pt x="2810" y="5834"/>
                  </a:lnTo>
                  <a:lnTo>
                    <a:pt x="3036" y="5358"/>
                  </a:lnTo>
                  <a:close/>
                  <a:moveTo>
                    <a:pt x="5299" y="0"/>
                  </a:moveTo>
                  <a:cubicBezTo>
                    <a:pt x="5203" y="0"/>
                    <a:pt x="5132" y="72"/>
                    <a:pt x="5132" y="167"/>
                  </a:cubicBezTo>
                  <a:lnTo>
                    <a:pt x="5132" y="3453"/>
                  </a:lnTo>
                  <a:lnTo>
                    <a:pt x="893" y="3453"/>
                  </a:lnTo>
                  <a:lnTo>
                    <a:pt x="893" y="1024"/>
                  </a:lnTo>
                  <a:cubicBezTo>
                    <a:pt x="893" y="941"/>
                    <a:pt x="822" y="858"/>
                    <a:pt x="727" y="858"/>
                  </a:cubicBezTo>
                  <a:cubicBezTo>
                    <a:pt x="643" y="858"/>
                    <a:pt x="560" y="941"/>
                    <a:pt x="560" y="1024"/>
                  </a:cubicBezTo>
                  <a:lnTo>
                    <a:pt x="560" y="3453"/>
                  </a:lnTo>
                  <a:lnTo>
                    <a:pt x="429" y="3453"/>
                  </a:lnTo>
                  <a:cubicBezTo>
                    <a:pt x="191" y="3453"/>
                    <a:pt x="0" y="3644"/>
                    <a:pt x="0" y="3882"/>
                  </a:cubicBezTo>
                  <a:lnTo>
                    <a:pt x="0" y="4239"/>
                  </a:lnTo>
                  <a:cubicBezTo>
                    <a:pt x="0" y="4477"/>
                    <a:pt x="191" y="4668"/>
                    <a:pt x="429" y="4668"/>
                  </a:cubicBezTo>
                  <a:lnTo>
                    <a:pt x="2084" y="4668"/>
                  </a:lnTo>
                  <a:lnTo>
                    <a:pt x="798" y="7382"/>
                  </a:lnTo>
                  <a:cubicBezTo>
                    <a:pt x="667" y="7668"/>
                    <a:pt x="786" y="7989"/>
                    <a:pt x="1060" y="8120"/>
                  </a:cubicBezTo>
                  <a:cubicBezTo>
                    <a:pt x="1131" y="8156"/>
                    <a:pt x="1215" y="8180"/>
                    <a:pt x="1298" y="8180"/>
                  </a:cubicBezTo>
                  <a:cubicBezTo>
                    <a:pt x="1500" y="8180"/>
                    <a:pt x="1715" y="8061"/>
                    <a:pt x="1798" y="7870"/>
                  </a:cubicBezTo>
                  <a:lnTo>
                    <a:pt x="2441" y="6513"/>
                  </a:lnTo>
                  <a:lnTo>
                    <a:pt x="2441" y="7680"/>
                  </a:lnTo>
                  <a:cubicBezTo>
                    <a:pt x="2441" y="7989"/>
                    <a:pt x="2691" y="8227"/>
                    <a:pt x="2989" y="8227"/>
                  </a:cubicBezTo>
                  <a:cubicBezTo>
                    <a:pt x="3298" y="8227"/>
                    <a:pt x="3536" y="7977"/>
                    <a:pt x="3536" y="7680"/>
                  </a:cubicBezTo>
                  <a:lnTo>
                    <a:pt x="3536" y="6513"/>
                  </a:lnTo>
                  <a:lnTo>
                    <a:pt x="4179" y="7870"/>
                  </a:lnTo>
                  <a:cubicBezTo>
                    <a:pt x="4275" y="8061"/>
                    <a:pt x="4465" y="8180"/>
                    <a:pt x="4691" y="8180"/>
                  </a:cubicBezTo>
                  <a:cubicBezTo>
                    <a:pt x="4775" y="8180"/>
                    <a:pt x="4846" y="8168"/>
                    <a:pt x="4929" y="8120"/>
                  </a:cubicBezTo>
                  <a:cubicBezTo>
                    <a:pt x="5203" y="7989"/>
                    <a:pt x="5310" y="7668"/>
                    <a:pt x="5179" y="7382"/>
                  </a:cubicBezTo>
                  <a:lnTo>
                    <a:pt x="3894" y="4668"/>
                  </a:lnTo>
                  <a:lnTo>
                    <a:pt x="4596" y="4668"/>
                  </a:lnTo>
                  <a:cubicBezTo>
                    <a:pt x="4679" y="4668"/>
                    <a:pt x="4763" y="4596"/>
                    <a:pt x="4763" y="4513"/>
                  </a:cubicBezTo>
                  <a:cubicBezTo>
                    <a:pt x="4763" y="4417"/>
                    <a:pt x="4679" y="4346"/>
                    <a:pt x="4596" y="4346"/>
                  </a:cubicBezTo>
                  <a:lnTo>
                    <a:pt x="417" y="4346"/>
                  </a:lnTo>
                  <a:cubicBezTo>
                    <a:pt x="357" y="4346"/>
                    <a:pt x="310" y="4298"/>
                    <a:pt x="310" y="4239"/>
                  </a:cubicBezTo>
                  <a:lnTo>
                    <a:pt x="310" y="3882"/>
                  </a:lnTo>
                  <a:cubicBezTo>
                    <a:pt x="310" y="3822"/>
                    <a:pt x="357" y="3775"/>
                    <a:pt x="417" y="3775"/>
                  </a:cubicBezTo>
                  <a:lnTo>
                    <a:pt x="5560" y="3775"/>
                  </a:lnTo>
                  <a:cubicBezTo>
                    <a:pt x="5620" y="3775"/>
                    <a:pt x="5668" y="3822"/>
                    <a:pt x="5668" y="3882"/>
                  </a:cubicBezTo>
                  <a:lnTo>
                    <a:pt x="5668" y="4239"/>
                  </a:lnTo>
                  <a:cubicBezTo>
                    <a:pt x="5668" y="4298"/>
                    <a:pt x="5620" y="4346"/>
                    <a:pt x="5560" y="4346"/>
                  </a:cubicBezTo>
                  <a:lnTo>
                    <a:pt x="5251" y="4346"/>
                  </a:lnTo>
                  <a:cubicBezTo>
                    <a:pt x="5168" y="4346"/>
                    <a:pt x="5084" y="4417"/>
                    <a:pt x="5084" y="4513"/>
                  </a:cubicBezTo>
                  <a:cubicBezTo>
                    <a:pt x="5084" y="4596"/>
                    <a:pt x="5168" y="4668"/>
                    <a:pt x="5251" y="4668"/>
                  </a:cubicBezTo>
                  <a:lnTo>
                    <a:pt x="5560" y="4668"/>
                  </a:lnTo>
                  <a:cubicBezTo>
                    <a:pt x="5799" y="4668"/>
                    <a:pt x="6001" y="4477"/>
                    <a:pt x="6001" y="4239"/>
                  </a:cubicBezTo>
                  <a:lnTo>
                    <a:pt x="6001" y="3882"/>
                  </a:lnTo>
                  <a:cubicBezTo>
                    <a:pt x="6037" y="3655"/>
                    <a:pt x="5834" y="3453"/>
                    <a:pt x="5596" y="3453"/>
                  </a:cubicBezTo>
                  <a:lnTo>
                    <a:pt x="5465" y="3453"/>
                  </a:lnTo>
                  <a:lnTo>
                    <a:pt x="5465" y="167"/>
                  </a:lnTo>
                  <a:cubicBezTo>
                    <a:pt x="5465" y="72"/>
                    <a:pt x="5382" y="0"/>
                    <a:pt x="529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DF35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899802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 txBox="1">
            <a:spLocks noGrp="1"/>
          </p:cNvSpPr>
          <p:nvPr>
            <p:ph type="title"/>
          </p:nvPr>
        </p:nvSpPr>
        <p:spPr>
          <a:xfrm>
            <a:off x="1522673" y="2409526"/>
            <a:ext cx="6244100" cy="11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4000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ЛОГОТИП</a:t>
            </a:r>
            <a:endParaRPr sz="4000" dirty="0">
              <a:solidFill>
                <a:srgbClr val="5DF351"/>
              </a:solidFill>
              <a:latin typeface="Joystix Monospace" panose="02010609020102020304" pitchFamily="49" charset="0"/>
            </a:endParaRPr>
          </a:p>
        </p:txBody>
      </p:sp>
      <p:sp>
        <p:nvSpPr>
          <p:cNvPr id="242" name="Google Shape;242;p29"/>
          <p:cNvSpPr txBox="1">
            <a:spLocks noGrp="1"/>
          </p:cNvSpPr>
          <p:nvPr>
            <p:ph type="title" idx="2"/>
          </p:nvPr>
        </p:nvSpPr>
        <p:spPr>
          <a:xfrm>
            <a:off x="3556000" y="1505095"/>
            <a:ext cx="1879600" cy="102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5DF351"/>
                </a:solidFill>
                <a:latin typeface="Joystix Monospace" panose="02010609020102020304" pitchFamily="49" charset="0"/>
              </a:rPr>
              <a:t>#</a:t>
            </a:r>
            <a:r>
              <a:rPr lang="en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0</a:t>
            </a:r>
            <a:r>
              <a:rPr lang="ru-RU" dirty="0">
                <a:solidFill>
                  <a:srgbClr val="5DF351"/>
                </a:solidFill>
                <a:latin typeface="Joystix Monospace" panose="02010609020102020304" pitchFamily="49" charset="0"/>
              </a:rPr>
              <a:t>8</a:t>
            </a:r>
            <a:endParaRPr dirty="0">
              <a:solidFill>
                <a:srgbClr val="5DF351"/>
              </a:solidFill>
              <a:latin typeface="Joystix Monospace" panose="02010609020102020304" pitchFamily="49" charset="0"/>
            </a:endParaRPr>
          </a:p>
        </p:txBody>
      </p:sp>
      <p:grpSp>
        <p:nvGrpSpPr>
          <p:cNvPr id="243" name="Google Shape;243;p29"/>
          <p:cNvGrpSpPr/>
          <p:nvPr/>
        </p:nvGrpSpPr>
        <p:grpSpPr>
          <a:xfrm>
            <a:off x="7894100" y="3762250"/>
            <a:ext cx="226500" cy="378950"/>
            <a:chOff x="7894100" y="3762250"/>
            <a:chExt cx="226500" cy="378950"/>
          </a:xfrm>
        </p:grpSpPr>
        <p:sp>
          <p:nvSpPr>
            <p:cNvPr id="244" name="Google Shape;244;p29"/>
            <p:cNvSpPr/>
            <p:nvPr/>
          </p:nvSpPr>
          <p:spPr>
            <a:xfrm>
              <a:off x="8046500" y="376225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5" name="Google Shape;245;p29"/>
            <p:cNvSpPr/>
            <p:nvPr/>
          </p:nvSpPr>
          <p:spPr>
            <a:xfrm>
              <a:off x="7894100" y="3914675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6" name="Google Shape;246;p29"/>
            <p:cNvSpPr/>
            <p:nvPr/>
          </p:nvSpPr>
          <p:spPr>
            <a:xfrm>
              <a:off x="8046500" y="406710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247" name="Google Shape;247;p29"/>
          <p:cNvGrpSpPr/>
          <p:nvPr/>
        </p:nvGrpSpPr>
        <p:grpSpPr>
          <a:xfrm>
            <a:off x="7229775" y="947625"/>
            <a:ext cx="536998" cy="134100"/>
            <a:chOff x="7229775" y="947625"/>
            <a:chExt cx="536998" cy="134100"/>
          </a:xfrm>
        </p:grpSpPr>
        <p:sp>
          <p:nvSpPr>
            <p:cNvPr id="248" name="Google Shape;248;p29"/>
            <p:cNvSpPr/>
            <p:nvPr/>
          </p:nvSpPr>
          <p:spPr>
            <a:xfrm>
              <a:off x="7229775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9" name="Google Shape;249;p29"/>
            <p:cNvSpPr/>
            <p:nvPr/>
          </p:nvSpPr>
          <p:spPr>
            <a:xfrm>
              <a:off x="73640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0" name="Google Shape;250;p29"/>
            <p:cNvSpPr/>
            <p:nvPr/>
          </p:nvSpPr>
          <p:spPr>
            <a:xfrm>
              <a:off x="74983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1" name="Google Shape;251;p29"/>
            <p:cNvSpPr/>
            <p:nvPr/>
          </p:nvSpPr>
          <p:spPr>
            <a:xfrm>
              <a:off x="7632673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663770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"/>
          <p:cNvSpPr txBox="1">
            <a:spLocks noGrp="1"/>
          </p:cNvSpPr>
          <p:nvPr>
            <p:ph type="title"/>
          </p:nvPr>
        </p:nvSpPr>
        <p:spPr>
          <a:xfrm>
            <a:off x="719999" y="533925"/>
            <a:ext cx="7248343" cy="805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РАЗРАБОТКА ЛОГОТИПА</a:t>
            </a:r>
            <a:endParaRPr dirty="0">
              <a:latin typeface="Joystix Monospace" panose="02010609020102020304" pitchFamily="49" charset="0"/>
            </a:endParaRPr>
          </a:p>
        </p:txBody>
      </p:sp>
      <p:sp>
        <p:nvSpPr>
          <p:cNvPr id="259" name="Google Shape;259;p30"/>
          <p:cNvSpPr/>
          <p:nvPr/>
        </p:nvSpPr>
        <p:spPr>
          <a:xfrm rot="5400000">
            <a:off x="5518774" y="3918801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0" name="Google Shape;260;p30"/>
          <p:cNvSpPr/>
          <p:nvPr/>
        </p:nvSpPr>
        <p:spPr>
          <a:xfrm rot="5400000">
            <a:off x="5518774" y="40531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1" name="Google Shape;261;p30"/>
          <p:cNvSpPr/>
          <p:nvPr/>
        </p:nvSpPr>
        <p:spPr>
          <a:xfrm rot="5400000">
            <a:off x="5518774" y="41874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2" name="Google Shape;262;p30"/>
          <p:cNvSpPr/>
          <p:nvPr/>
        </p:nvSpPr>
        <p:spPr>
          <a:xfrm rot="5400000">
            <a:off x="5518774" y="4321699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91169" y="1498652"/>
            <a:ext cx="4671476" cy="2683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4967722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"/>
          <p:cNvSpPr txBox="1">
            <a:spLocks noGrp="1"/>
          </p:cNvSpPr>
          <p:nvPr>
            <p:ph type="title"/>
          </p:nvPr>
        </p:nvSpPr>
        <p:spPr>
          <a:xfrm>
            <a:off x="719999" y="533925"/>
            <a:ext cx="6567700" cy="805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РАЗРАБОТКА ЛОГОТИПА</a:t>
            </a:r>
            <a:endParaRPr dirty="0">
              <a:latin typeface="Joystix Monospace" panose="02010609020102020304" pitchFamily="49" charset="0"/>
            </a:endParaRPr>
          </a:p>
        </p:txBody>
      </p:sp>
      <p:sp>
        <p:nvSpPr>
          <p:cNvPr id="259" name="Google Shape;259;p30"/>
          <p:cNvSpPr/>
          <p:nvPr/>
        </p:nvSpPr>
        <p:spPr>
          <a:xfrm rot="5400000">
            <a:off x="5518774" y="3918801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0" name="Google Shape;260;p30"/>
          <p:cNvSpPr/>
          <p:nvPr/>
        </p:nvSpPr>
        <p:spPr>
          <a:xfrm rot="5400000">
            <a:off x="5518774" y="40531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1" name="Google Shape;261;p30"/>
          <p:cNvSpPr/>
          <p:nvPr/>
        </p:nvSpPr>
        <p:spPr>
          <a:xfrm rot="5400000">
            <a:off x="5518774" y="41874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2" name="Google Shape;262;p30"/>
          <p:cNvSpPr/>
          <p:nvPr/>
        </p:nvSpPr>
        <p:spPr>
          <a:xfrm rot="5400000">
            <a:off x="5518774" y="4321699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063" y="2148840"/>
            <a:ext cx="2929407" cy="1565951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7469" y="1282103"/>
            <a:ext cx="2886151" cy="2838047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4760" y="2126248"/>
            <a:ext cx="1551019" cy="1588543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1147311" y="1420960"/>
            <a:ext cx="152798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ctr">
              <a:buNone/>
            </a:pPr>
            <a:r>
              <a:rPr lang="ru-RU" dirty="0" smtClean="0">
                <a:solidFill>
                  <a:schemeClr val="tx1"/>
                </a:solidFill>
                <a:latin typeface="Montserrat" panose="00000500000000000000" pitchFamily="2" charset="-52"/>
              </a:rPr>
              <a:t>Шрифт: </a:t>
            </a:r>
            <a:r>
              <a:rPr lang="en-US" dirty="0" err="1" smtClean="0">
                <a:solidFill>
                  <a:schemeClr val="tx1"/>
                </a:solidFill>
                <a:latin typeface="Montserrat" panose="00000500000000000000" pitchFamily="2" charset="-52"/>
              </a:rPr>
              <a:t>Joystix</a:t>
            </a:r>
            <a:endParaRPr lang="ru-RU" dirty="0" smtClean="0">
              <a:solidFill>
                <a:schemeClr val="tx1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4967722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 txBox="1">
            <a:spLocks noGrp="1"/>
          </p:cNvSpPr>
          <p:nvPr>
            <p:ph type="title"/>
          </p:nvPr>
        </p:nvSpPr>
        <p:spPr>
          <a:xfrm>
            <a:off x="-565207" y="2409526"/>
            <a:ext cx="6244100" cy="11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4000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МАСКОТ</a:t>
            </a:r>
            <a:endParaRPr sz="4000" dirty="0">
              <a:solidFill>
                <a:srgbClr val="5DF351"/>
              </a:solidFill>
              <a:latin typeface="Joystix Monospace" panose="02010609020102020304" pitchFamily="49" charset="0"/>
            </a:endParaRPr>
          </a:p>
        </p:txBody>
      </p:sp>
      <p:sp>
        <p:nvSpPr>
          <p:cNvPr id="242" name="Google Shape;242;p29"/>
          <p:cNvSpPr txBox="1">
            <a:spLocks noGrp="1"/>
          </p:cNvSpPr>
          <p:nvPr>
            <p:ph type="title" idx="2"/>
          </p:nvPr>
        </p:nvSpPr>
        <p:spPr>
          <a:xfrm>
            <a:off x="1468120" y="1505095"/>
            <a:ext cx="1879600" cy="102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5DF351"/>
                </a:solidFill>
                <a:latin typeface="Joystix Monospace" panose="02010609020102020304" pitchFamily="49" charset="0"/>
              </a:rPr>
              <a:t>#</a:t>
            </a:r>
            <a:r>
              <a:rPr lang="en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0</a:t>
            </a:r>
            <a:r>
              <a:rPr lang="ru-RU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9</a:t>
            </a:r>
            <a:endParaRPr dirty="0">
              <a:solidFill>
                <a:srgbClr val="5DF351"/>
              </a:solidFill>
              <a:latin typeface="Joystix Monospace" panose="02010609020102020304" pitchFamily="49" charset="0"/>
            </a:endParaRPr>
          </a:p>
        </p:txBody>
      </p:sp>
      <p:grpSp>
        <p:nvGrpSpPr>
          <p:cNvPr id="243" name="Google Shape;243;p29"/>
          <p:cNvGrpSpPr/>
          <p:nvPr/>
        </p:nvGrpSpPr>
        <p:grpSpPr>
          <a:xfrm>
            <a:off x="7894100" y="3762250"/>
            <a:ext cx="226500" cy="378950"/>
            <a:chOff x="7894100" y="3762250"/>
            <a:chExt cx="226500" cy="378950"/>
          </a:xfrm>
        </p:grpSpPr>
        <p:sp>
          <p:nvSpPr>
            <p:cNvPr id="244" name="Google Shape;244;p29"/>
            <p:cNvSpPr/>
            <p:nvPr/>
          </p:nvSpPr>
          <p:spPr>
            <a:xfrm>
              <a:off x="8046500" y="376225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5" name="Google Shape;245;p29"/>
            <p:cNvSpPr/>
            <p:nvPr/>
          </p:nvSpPr>
          <p:spPr>
            <a:xfrm>
              <a:off x="7894100" y="3914675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6" name="Google Shape;246;p29"/>
            <p:cNvSpPr/>
            <p:nvPr/>
          </p:nvSpPr>
          <p:spPr>
            <a:xfrm>
              <a:off x="8046500" y="406710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247" name="Google Shape;247;p29"/>
          <p:cNvGrpSpPr/>
          <p:nvPr/>
        </p:nvGrpSpPr>
        <p:grpSpPr>
          <a:xfrm>
            <a:off x="7229775" y="947625"/>
            <a:ext cx="536998" cy="134100"/>
            <a:chOff x="7229775" y="947625"/>
            <a:chExt cx="536998" cy="134100"/>
          </a:xfrm>
        </p:grpSpPr>
        <p:sp>
          <p:nvSpPr>
            <p:cNvPr id="248" name="Google Shape;248;p29"/>
            <p:cNvSpPr/>
            <p:nvPr/>
          </p:nvSpPr>
          <p:spPr>
            <a:xfrm>
              <a:off x="7229775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9" name="Google Shape;249;p29"/>
            <p:cNvSpPr/>
            <p:nvPr/>
          </p:nvSpPr>
          <p:spPr>
            <a:xfrm>
              <a:off x="73640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0" name="Google Shape;250;p29"/>
            <p:cNvSpPr/>
            <p:nvPr/>
          </p:nvSpPr>
          <p:spPr>
            <a:xfrm>
              <a:off x="74983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1" name="Google Shape;251;p29"/>
            <p:cNvSpPr/>
            <p:nvPr/>
          </p:nvSpPr>
          <p:spPr>
            <a:xfrm>
              <a:off x="7632673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sp>
        <p:nvSpPr>
          <p:cNvPr id="13" name="Google Shape;241;p29"/>
          <p:cNvSpPr txBox="1">
            <a:spLocks/>
          </p:cNvSpPr>
          <p:nvPr/>
        </p:nvSpPr>
        <p:spPr>
          <a:xfrm>
            <a:off x="3061913" y="2409526"/>
            <a:ext cx="6244100" cy="11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Orbitron"/>
              <a:buNone/>
              <a:defRPr sz="5000" b="0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Raleway"/>
              <a:buNone/>
              <a:defRPr sz="5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ru-RU" sz="4000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СТИКЕРПАК</a:t>
            </a:r>
            <a:endParaRPr lang="ru-RU" sz="4000" dirty="0">
              <a:solidFill>
                <a:srgbClr val="5DF351"/>
              </a:solidFill>
              <a:latin typeface="Joystix Monospace" panose="02010609020102020304" pitchFamily="49" charset="0"/>
            </a:endParaRPr>
          </a:p>
        </p:txBody>
      </p:sp>
      <p:sp>
        <p:nvSpPr>
          <p:cNvPr id="14" name="Google Shape;242;p29"/>
          <p:cNvSpPr txBox="1">
            <a:spLocks/>
          </p:cNvSpPr>
          <p:nvPr/>
        </p:nvSpPr>
        <p:spPr>
          <a:xfrm>
            <a:off x="5095240" y="1505095"/>
            <a:ext cx="1879600" cy="10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Orbitron"/>
              <a:buNone/>
              <a:defRPr sz="5000" b="0" i="0" u="none" strike="noStrike" cap="none">
                <a:solidFill>
                  <a:schemeClr val="lt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aleway"/>
              <a:buNone/>
              <a:defRPr sz="6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aleway"/>
              <a:buNone/>
              <a:defRPr sz="6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aleway"/>
              <a:buNone/>
              <a:defRPr sz="6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aleway"/>
              <a:buNone/>
              <a:defRPr sz="6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aleway"/>
              <a:buNone/>
              <a:defRPr sz="6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aleway"/>
              <a:buNone/>
              <a:defRPr sz="6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aleway"/>
              <a:buNone/>
              <a:defRPr sz="6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aleway"/>
              <a:buNone/>
              <a:defRPr sz="6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#</a:t>
            </a:r>
            <a:r>
              <a:rPr lang="ru-RU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10</a:t>
            </a:r>
            <a:endParaRPr lang="en-US" dirty="0">
              <a:solidFill>
                <a:srgbClr val="5DF351"/>
              </a:solidFill>
              <a:latin typeface="Joystix Monospace" panose="020106090201020203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26512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"/>
          <p:cNvSpPr txBox="1">
            <a:spLocks noGrp="1"/>
          </p:cNvSpPr>
          <p:nvPr>
            <p:ph type="title"/>
          </p:nvPr>
        </p:nvSpPr>
        <p:spPr>
          <a:xfrm>
            <a:off x="445680" y="501642"/>
            <a:ext cx="6198960" cy="805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МАСКОТ И СТИКЕРПАК</a:t>
            </a:r>
            <a:endParaRPr dirty="0">
              <a:latin typeface="Joystix Monospace" panose="02010609020102020304" pitchFamily="49" charset="0"/>
            </a:endParaRPr>
          </a:p>
        </p:txBody>
      </p:sp>
      <p:sp>
        <p:nvSpPr>
          <p:cNvPr id="259" name="Google Shape;259;p30"/>
          <p:cNvSpPr/>
          <p:nvPr/>
        </p:nvSpPr>
        <p:spPr>
          <a:xfrm rot="5400000">
            <a:off x="5518774" y="3918801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0" name="Google Shape;260;p30"/>
          <p:cNvSpPr/>
          <p:nvPr/>
        </p:nvSpPr>
        <p:spPr>
          <a:xfrm rot="5400000">
            <a:off x="5518774" y="40531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1" name="Google Shape;261;p30"/>
          <p:cNvSpPr/>
          <p:nvPr/>
        </p:nvSpPr>
        <p:spPr>
          <a:xfrm rot="5400000">
            <a:off x="5518774" y="41874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2" name="Google Shape;262;p30"/>
          <p:cNvSpPr/>
          <p:nvPr/>
        </p:nvSpPr>
        <p:spPr>
          <a:xfrm rot="5400000">
            <a:off x="5518774" y="4321699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119" y="649247"/>
            <a:ext cx="2267247" cy="4120873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986" y="2052221"/>
            <a:ext cx="1769604" cy="724399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0635" y="1376794"/>
            <a:ext cx="2728358" cy="2403554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6"/>
          <a:srcRect l="2938" t="2697" b="3539"/>
          <a:stretch/>
        </p:blipFill>
        <p:spPr>
          <a:xfrm>
            <a:off x="259080" y="3063240"/>
            <a:ext cx="3076316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761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 txBox="1">
            <a:spLocks noGrp="1"/>
          </p:cNvSpPr>
          <p:nvPr>
            <p:ph type="title"/>
          </p:nvPr>
        </p:nvSpPr>
        <p:spPr>
          <a:xfrm>
            <a:off x="1522673" y="2409526"/>
            <a:ext cx="6244100" cy="11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4000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ПРАВИЛА ИСПОЛЬЗОВАНИЯ</a:t>
            </a:r>
            <a:endParaRPr sz="4000" dirty="0">
              <a:solidFill>
                <a:srgbClr val="5DF351"/>
              </a:solidFill>
              <a:latin typeface="Joystix Monospace" panose="02010609020102020304" pitchFamily="49" charset="0"/>
            </a:endParaRPr>
          </a:p>
        </p:txBody>
      </p:sp>
      <p:sp>
        <p:nvSpPr>
          <p:cNvPr id="242" name="Google Shape;242;p29"/>
          <p:cNvSpPr txBox="1">
            <a:spLocks noGrp="1"/>
          </p:cNvSpPr>
          <p:nvPr>
            <p:ph type="title" idx="2"/>
          </p:nvPr>
        </p:nvSpPr>
        <p:spPr>
          <a:xfrm>
            <a:off x="3556000" y="1505095"/>
            <a:ext cx="1879600" cy="102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#</a:t>
            </a:r>
            <a:r>
              <a:rPr lang="ru-RU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11</a:t>
            </a:r>
            <a:endParaRPr dirty="0">
              <a:solidFill>
                <a:srgbClr val="5DF351"/>
              </a:solidFill>
              <a:latin typeface="Joystix Monospace" panose="02010609020102020304" pitchFamily="49" charset="0"/>
            </a:endParaRPr>
          </a:p>
        </p:txBody>
      </p:sp>
      <p:grpSp>
        <p:nvGrpSpPr>
          <p:cNvPr id="2" name="Google Shape;243;p29"/>
          <p:cNvGrpSpPr/>
          <p:nvPr/>
        </p:nvGrpSpPr>
        <p:grpSpPr>
          <a:xfrm>
            <a:off x="7894100" y="3762250"/>
            <a:ext cx="226500" cy="378950"/>
            <a:chOff x="7894100" y="3762250"/>
            <a:chExt cx="226500" cy="378950"/>
          </a:xfrm>
        </p:grpSpPr>
        <p:sp>
          <p:nvSpPr>
            <p:cNvPr id="244" name="Google Shape;244;p29"/>
            <p:cNvSpPr/>
            <p:nvPr/>
          </p:nvSpPr>
          <p:spPr>
            <a:xfrm>
              <a:off x="8046500" y="376225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5" name="Google Shape;245;p29"/>
            <p:cNvSpPr/>
            <p:nvPr/>
          </p:nvSpPr>
          <p:spPr>
            <a:xfrm>
              <a:off x="7894100" y="3914675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6" name="Google Shape;246;p29"/>
            <p:cNvSpPr/>
            <p:nvPr/>
          </p:nvSpPr>
          <p:spPr>
            <a:xfrm>
              <a:off x="8046500" y="406710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3" name="Google Shape;247;p29"/>
          <p:cNvGrpSpPr/>
          <p:nvPr/>
        </p:nvGrpSpPr>
        <p:grpSpPr>
          <a:xfrm>
            <a:off x="7229775" y="947625"/>
            <a:ext cx="536998" cy="134100"/>
            <a:chOff x="7229775" y="947625"/>
            <a:chExt cx="536998" cy="134100"/>
          </a:xfrm>
        </p:grpSpPr>
        <p:sp>
          <p:nvSpPr>
            <p:cNvPr id="248" name="Google Shape;248;p29"/>
            <p:cNvSpPr/>
            <p:nvPr/>
          </p:nvSpPr>
          <p:spPr>
            <a:xfrm>
              <a:off x="7229775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9" name="Google Shape;249;p29"/>
            <p:cNvSpPr/>
            <p:nvPr/>
          </p:nvSpPr>
          <p:spPr>
            <a:xfrm>
              <a:off x="73640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0" name="Google Shape;250;p29"/>
            <p:cNvSpPr/>
            <p:nvPr/>
          </p:nvSpPr>
          <p:spPr>
            <a:xfrm>
              <a:off x="74983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1" name="Google Shape;251;p29"/>
            <p:cNvSpPr/>
            <p:nvPr/>
          </p:nvSpPr>
          <p:spPr>
            <a:xfrm>
              <a:off x="7632673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663770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"/>
          <p:cNvSpPr txBox="1">
            <a:spLocks noGrp="1"/>
          </p:cNvSpPr>
          <p:nvPr>
            <p:ph type="title"/>
          </p:nvPr>
        </p:nvSpPr>
        <p:spPr>
          <a:xfrm>
            <a:off x="720000" y="533925"/>
            <a:ext cx="7750232" cy="805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3200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ПРАВИЛА ИСПОЛЬЗОВАНИЯ</a:t>
            </a:r>
            <a:endParaRPr dirty="0">
              <a:latin typeface="Joystix Monospace" panose="02010609020102020304" pitchFamily="49" charset="0"/>
            </a:endParaRPr>
          </a:p>
        </p:txBody>
      </p:sp>
      <p:sp>
        <p:nvSpPr>
          <p:cNvPr id="259" name="Google Shape;259;p30"/>
          <p:cNvSpPr/>
          <p:nvPr/>
        </p:nvSpPr>
        <p:spPr>
          <a:xfrm rot="5400000">
            <a:off x="5518774" y="3918801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0" name="Google Shape;260;p30"/>
          <p:cNvSpPr/>
          <p:nvPr/>
        </p:nvSpPr>
        <p:spPr>
          <a:xfrm rot="5400000">
            <a:off x="5518774" y="40531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1" name="Google Shape;261;p30"/>
          <p:cNvSpPr/>
          <p:nvPr/>
        </p:nvSpPr>
        <p:spPr>
          <a:xfrm rot="5400000">
            <a:off x="5518774" y="41874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2" name="Google Shape;262;p30"/>
          <p:cNvSpPr/>
          <p:nvPr/>
        </p:nvSpPr>
        <p:spPr>
          <a:xfrm rot="5400000">
            <a:off x="5518774" y="4321699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849084" y="1260391"/>
            <a:ext cx="6727373" cy="16710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</a:pPr>
            <a:r>
              <a:rPr lang="ru-RU" dirty="0" smtClean="0">
                <a:solidFill>
                  <a:schemeClr val="tx1"/>
                </a:solidFill>
              </a:rPr>
              <a:t>1) Не могли менять пропорции логотипа </a:t>
            </a:r>
          </a:p>
          <a:p>
            <a:pPr marL="342900" lvl="0" indent="-342900">
              <a:lnSpc>
                <a:spcPct val="150000"/>
              </a:lnSpc>
            </a:pPr>
            <a:r>
              <a:rPr lang="ru-RU" dirty="0" smtClean="0">
                <a:solidFill>
                  <a:schemeClr val="tx1"/>
                </a:solidFill>
              </a:rPr>
              <a:t>2) Не изменять цвета логотипа </a:t>
            </a:r>
          </a:p>
          <a:p>
            <a:pPr marL="342900" lvl="0" indent="-342900">
              <a:lnSpc>
                <a:spcPct val="150000"/>
              </a:lnSpc>
            </a:pPr>
            <a:r>
              <a:rPr lang="ru-RU" dirty="0" smtClean="0">
                <a:solidFill>
                  <a:schemeClr val="tx1"/>
                </a:solidFill>
              </a:rPr>
              <a:t>3) Не изменять порядок элементов в комбинированном логотипе </a:t>
            </a:r>
          </a:p>
          <a:p>
            <a:pPr marL="342900" lvl="0" indent="-342900">
              <a:lnSpc>
                <a:spcPct val="150000"/>
              </a:lnSpc>
            </a:pPr>
            <a:r>
              <a:rPr lang="ru-RU" dirty="0" smtClean="0">
                <a:solidFill>
                  <a:schemeClr val="tx1"/>
                </a:solidFill>
              </a:rPr>
              <a:t>4) Не изменять шрифт текста </a:t>
            </a:r>
          </a:p>
          <a:p>
            <a:pPr marL="342900" lvl="0" indent="-342900">
              <a:lnSpc>
                <a:spcPct val="150000"/>
              </a:lnSpc>
            </a:pPr>
            <a:r>
              <a:rPr lang="ru-RU" dirty="0" smtClean="0">
                <a:solidFill>
                  <a:schemeClr val="tx1"/>
                </a:solidFill>
              </a:rPr>
              <a:t>5) Не поворачивать</a:t>
            </a:r>
            <a:endParaRPr lang="en-US" dirty="0">
              <a:solidFill>
                <a:schemeClr val="tx1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4967722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 txBox="1">
            <a:spLocks noGrp="1"/>
          </p:cNvSpPr>
          <p:nvPr>
            <p:ph type="title"/>
          </p:nvPr>
        </p:nvSpPr>
        <p:spPr>
          <a:xfrm>
            <a:off x="1522673" y="2409526"/>
            <a:ext cx="6103423" cy="11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4000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ПАТТЕРНЫ</a:t>
            </a:r>
            <a:endParaRPr sz="4000" dirty="0">
              <a:solidFill>
                <a:srgbClr val="5DF351"/>
              </a:solidFill>
              <a:latin typeface="Joystix Monospace" panose="02010609020102020304" pitchFamily="49" charset="0"/>
            </a:endParaRPr>
          </a:p>
        </p:txBody>
      </p:sp>
      <p:sp>
        <p:nvSpPr>
          <p:cNvPr id="242" name="Google Shape;242;p29"/>
          <p:cNvSpPr txBox="1">
            <a:spLocks noGrp="1"/>
          </p:cNvSpPr>
          <p:nvPr>
            <p:ph type="title" idx="2"/>
          </p:nvPr>
        </p:nvSpPr>
        <p:spPr>
          <a:xfrm>
            <a:off x="3556000" y="1505095"/>
            <a:ext cx="1879600" cy="102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#</a:t>
            </a:r>
            <a:r>
              <a:rPr lang="ru-RU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12</a:t>
            </a:r>
            <a:endParaRPr dirty="0">
              <a:solidFill>
                <a:srgbClr val="5DF351"/>
              </a:solidFill>
              <a:latin typeface="Joystix Monospace" panose="02010609020102020304" pitchFamily="49" charset="0"/>
            </a:endParaRPr>
          </a:p>
        </p:txBody>
      </p:sp>
      <p:grpSp>
        <p:nvGrpSpPr>
          <p:cNvPr id="2" name="Google Shape;243;p29"/>
          <p:cNvGrpSpPr/>
          <p:nvPr/>
        </p:nvGrpSpPr>
        <p:grpSpPr>
          <a:xfrm>
            <a:off x="7894100" y="3762250"/>
            <a:ext cx="226500" cy="378950"/>
            <a:chOff x="7894100" y="3762250"/>
            <a:chExt cx="226500" cy="378950"/>
          </a:xfrm>
        </p:grpSpPr>
        <p:sp>
          <p:nvSpPr>
            <p:cNvPr id="244" name="Google Shape;244;p29"/>
            <p:cNvSpPr/>
            <p:nvPr/>
          </p:nvSpPr>
          <p:spPr>
            <a:xfrm>
              <a:off x="8046500" y="376225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5" name="Google Shape;245;p29"/>
            <p:cNvSpPr/>
            <p:nvPr/>
          </p:nvSpPr>
          <p:spPr>
            <a:xfrm>
              <a:off x="7894100" y="3914675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6" name="Google Shape;246;p29"/>
            <p:cNvSpPr/>
            <p:nvPr/>
          </p:nvSpPr>
          <p:spPr>
            <a:xfrm>
              <a:off x="8046500" y="406710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3" name="Google Shape;247;p29"/>
          <p:cNvGrpSpPr/>
          <p:nvPr/>
        </p:nvGrpSpPr>
        <p:grpSpPr>
          <a:xfrm>
            <a:off x="7229775" y="947625"/>
            <a:ext cx="536998" cy="134100"/>
            <a:chOff x="7229775" y="947625"/>
            <a:chExt cx="536998" cy="134100"/>
          </a:xfrm>
        </p:grpSpPr>
        <p:sp>
          <p:nvSpPr>
            <p:cNvPr id="248" name="Google Shape;248;p29"/>
            <p:cNvSpPr/>
            <p:nvPr/>
          </p:nvSpPr>
          <p:spPr>
            <a:xfrm>
              <a:off x="7229775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9" name="Google Shape;249;p29"/>
            <p:cNvSpPr/>
            <p:nvPr/>
          </p:nvSpPr>
          <p:spPr>
            <a:xfrm>
              <a:off x="73640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0" name="Google Shape;250;p29"/>
            <p:cNvSpPr/>
            <p:nvPr/>
          </p:nvSpPr>
          <p:spPr>
            <a:xfrm>
              <a:off x="74983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1" name="Google Shape;251;p29"/>
            <p:cNvSpPr/>
            <p:nvPr/>
          </p:nvSpPr>
          <p:spPr>
            <a:xfrm>
              <a:off x="7632673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663770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"/>
          <p:cNvSpPr txBox="1">
            <a:spLocks noGrp="1"/>
          </p:cNvSpPr>
          <p:nvPr>
            <p:ph type="title"/>
          </p:nvPr>
        </p:nvSpPr>
        <p:spPr>
          <a:xfrm>
            <a:off x="720000" y="533925"/>
            <a:ext cx="4932874" cy="805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3200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ПАТТЕРНЫ</a:t>
            </a:r>
            <a:endParaRPr dirty="0">
              <a:latin typeface="Joystix Monospace" panose="02010609020102020304" pitchFamily="49" charset="0"/>
            </a:endParaRPr>
          </a:p>
        </p:txBody>
      </p:sp>
      <p:sp>
        <p:nvSpPr>
          <p:cNvPr id="259" name="Google Shape;259;p30"/>
          <p:cNvSpPr/>
          <p:nvPr/>
        </p:nvSpPr>
        <p:spPr>
          <a:xfrm rot="5400000">
            <a:off x="5518774" y="3918801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0" name="Google Shape;260;p30"/>
          <p:cNvSpPr/>
          <p:nvPr/>
        </p:nvSpPr>
        <p:spPr>
          <a:xfrm rot="5400000">
            <a:off x="5518774" y="40531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1" name="Google Shape;261;p30"/>
          <p:cNvSpPr/>
          <p:nvPr/>
        </p:nvSpPr>
        <p:spPr>
          <a:xfrm rot="5400000">
            <a:off x="5518774" y="41874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2" name="Google Shape;262;p30"/>
          <p:cNvSpPr/>
          <p:nvPr/>
        </p:nvSpPr>
        <p:spPr>
          <a:xfrm rot="5400000">
            <a:off x="5518774" y="4321699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pic>
        <p:nvPicPr>
          <p:cNvPr id="1026" name="Picture 2" descr="C:\Users\naumo\Downloads\Frame 95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40168" y="494775"/>
            <a:ext cx="4045580" cy="4206765"/>
          </a:xfrm>
          <a:prstGeom prst="rect">
            <a:avLst/>
          </a:prstGeom>
          <a:noFill/>
        </p:spPr>
      </p:pic>
      <p:sp>
        <p:nvSpPr>
          <p:cNvPr id="16385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pic>
        <p:nvPicPr>
          <p:cNvPr id="16387" name="Picture 3" descr="C:\Users\naumo\Downloads\image 109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49397" y="1436914"/>
            <a:ext cx="3076149" cy="171670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967722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 txBox="1">
            <a:spLocks noGrp="1"/>
          </p:cNvSpPr>
          <p:nvPr>
            <p:ph type="title"/>
          </p:nvPr>
        </p:nvSpPr>
        <p:spPr>
          <a:xfrm>
            <a:off x="1522673" y="2409526"/>
            <a:ext cx="6097327" cy="11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4000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МОКАПЫ</a:t>
            </a:r>
            <a:endParaRPr sz="4000" dirty="0">
              <a:solidFill>
                <a:srgbClr val="5DF351"/>
              </a:solidFill>
              <a:latin typeface="Joystix Monospace" panose="02010609020102020304" pitchFamily="49" charset="0"/>
            </a:endParaRPr>
          </a:p>
        </p:txBody>
      </p:sp>
      <p:sp>
        <p:nvSpPr>
          <p:cNvPr id="242" name="Google Shape;242;p29"/>
          <p:cNvSpPr txBox="1">
            <a:spLocks noGrp="1"/>
          </p:cNvSpPr>
          <p:nvPr>
            <p:ph type="title" idx="2"/>
          </p:nvPr>
        </p:nvSpPr>
        <p:spPr>
          <a:xfrm>
            <a:off x="3556000" y="1505095"/>
            <a:ext cx="1879600" cy="102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#</a:t>
            </a:r>
            <a:r>
              <a:rPr lang="ru-RU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13</a:t>
            </a:r>
            <a:endParaRPr dirty="0">
              <a:solidFill>
                <a:srgbClr val="5DF351"/>
              </a:solidFill>
              <a:latin typeface="Joystix Monospace" panose="02010609020102020304" pitchFamily="49" charset="0"/>
            </a:endParaRPr>
          </a:p>
        </p:txBody>
      </p:sp>
      <p:grpSp>
        <p:nvGrpSpPr>
          <p:cNvPr id="2" name="Google Shape;243;p29"/>
          <p:cNvGrpSpPr/>
          <p:nvPr/>
        </p:nvGrpSpPr>
        <p:grpSpPr>
          <a:xfrm>
            <a:off x="7894100" y="3762250"/>
            <a:ext cx="226500" cy="378950"/>
            <a:chOff x="7894100" y="3762250"/>
            <a:chExt cx="226500" cy="378950"/>
          </a:xfrm>
        </p:grpSpPr>
        <p:sp>
          <p:nvSpPr>
            <p:cNvPr id="244" name="Google Shape;244;p29"/>
            <p:cNvSpPr/>
            <p:nvPr/>
          </p:nvSpPr>
          <p:spPr>
            <a:xfrm>
              <a:off x="8046500" y="376225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5" name="Google Shape;245;p29"/>
            <p:cNvSpPr/>
            <p:nvPr/>
          </p:nvSpPr>
          <p:spPr>
            <a:xfrm>
              <a:off x="7894100" y="3914675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6" name="Google Shape;246;p29"/>
            <p:cNvSpPr/>
            <p:nvPr/>
          </p:nvSpPr>
          <p:spPr>
            <a:xfrm>
              <a:off x="8046500" y="406710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3" name="Google Shape;247;p29"/>
          <p:cNvGrpSpPr/>
          <p:nvPr/>
        </p:nvGrpSpPr>
        <p:grpSpPr>
          <a:xfrm>
            <a:off x="7229775" y="947625"/>
            <a:ext cx="536998" cy="134100"/>
            <a:chOff x="7229775" y="947625"/>
            <a:chExt cx="536998" cy="134100"/>
          </a:xfrm>
        </p:grpSpPr>
        <p:sp>
          <p:nvSpPr>
            <p:cNvPr id="248" name="Google Shape;248;p29"/>
            <p:cNvSpPr/>
            <p:nvPr/>
          </p:nvSpPr>
          <p:spPr>
            <a:xfrm>
              <a:off x="7229775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9" name="Google Shape;249;p29"/>
            <p:cNvSpPr/>
            <p:nvPr/>
          </p:nvSpPr>
          <p:spPr>
            <a:xfrm>
              <a:off x="73640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0" name="Google Shape;250;p29"/>
            <p:cNvSpPr/>
            <p:nvPr/>
          </p:nvSpPr>
          <p:spPr>
            <a:xfrm>
              <a:off x="74983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1" name="Google Shape;251;p29"/>
            <p:cNvSpPr/>
            <p:nvPr/>
          </p:nvSpPr>
          <p:spPr>
            <a:xfrm>
              <a:off x="7632673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663770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"/>
          <p:cNvSpPr txBox="1">
            <a:spLocks noGrp="1"/>
          </p:cNvSpPr>
          <p:nvPr>
            <p:ph type="title"/>
          </p:nvPr>
        </p:nvSpPr>
        <p:spPr>
          <a:xfrm>
            <a:off x="720000" y="533925"/>
            <a:ext cx="4932874" cy="805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3200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МОКАПЫ</a:t>
            </a:r>
            <a:endParaRPr dirty="0">
              <a:latin typeface="Joystix Monospace" panose="02010609020102020304" pitchFamily="49" charset="0"/>
            </a:endParaRPr>
          </a:p>
        </p:txBody>
      </p:sp>
      <p:sp>
        <p:nvSpPr>
          <p:cNvPr id="259" name="Google Shape;259;p30"/>
          <p:cNvSpPr/>
          <p:nvPr/>
        </p:nvSpPr>
        <p:spPr>
          <a:xfrm rot="5400000">
            <a:off x="5518774" y="3918801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0" name="Google Shape;260;p30"/>
          <p:cNvSpPr/>
          <p:nvPr/>
        </p:nvSpPr>
        <p:spPr>
          <a:xfrm rot="5400000">
            <a:off x="5518774" y="40531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1" name="Google Shape;261;p30"/>
          <p:cNvSpPr/>
          <p:nvPr/>
        </p:nvSpPr>
        <p:spPr>
          <a:xfrm rot="5400000">
            <a:off x="5518774" y="41874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2" name="Google Shape;262;p30"/>
          <p:cNvSpPr/>
          <p:nvPr/>
        </p:nvSpPr>
        <p:spPr>
          <a:xfrm rot="5400000">
            <a:off x="5518774" y="4321699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pic>
        <p:nvPicPr>
          <p:cNvPr id="2050" name="Picture 2" descr="C:\Users\naumo\Downloads\1b19131700f6fe6fe7ce179de5681d00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894334" y="515937"/>
            <a:ext cx="2761985" cy="2071489"/>
          </a:xfrm>
          <a:prstGeom prst="rect">
            <a:avLst/>
          </a:prstGeom>
          <a:noFill/>
        </p:spPr>
      </p:pic>
      <p:pic>
        <p:nvPicPr>
          <p:cNvPr id="2052" name="Picture 4" descr="C:\Users\naumo\Downloads\187a138d9fd81b408b5a423ed7ce9409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867400" y="2908454"/>
            <a:ext cx="2750820" cy="1835313"/>
          </a:xfrm>
          <a:prstGeom prst="rect">
            <a:avLst/>
          </a:prstGeom>
          <a:noFill/>
        </p:spPr>
      </p:pic>
      <p:pic>
        <p:nvPicPr>
          <p:cNvPr id="2053" name="Picture 5" descr="C:\Users\naumo\Downloads\3b8bb0f4bdf7f5593ad79990b8bf7ab3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27473" y="1371600"/>
            <a:ext cx="2261130" cy="1356678"/>
          </a:xfrm>
          <a:prstGeom prst="rect">
            <a:avLst/>
          </a:prstGeom>
          <a:noFill/>
        </p:spPr>
      </p:pic>
      <p:pic>
        <p:nvPicPr>
          <p:cNvPr id="2054" name="Picture 6" descr="C:\Users\naumo\Downloads\bf08bbea488e353d647c4740e13343a5.jp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999741" y="2887980"/>
            <a:ext cx="2322406" cy="1741804"/>
          </a:xfrm>
          <a:prstGeom prst="rect">
            <a:avLst/>
          </a:prstGeom>
          <a:noFill/>
        </p:spPr>
      </p:pic>
      <p:pic>
        <p:nvPicPr>
          <p:cNvPr id="12289" name="Picture 1" descr="C:\Users\naumo\Downloads\da10e217da335caedb3e35f250d16102.jp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3100738" y="715019"/>
            <a:ext cx="2354449" cy="17658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967722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 txBox="1">
            <a:spLocks noGrp="1"/>
          </p:cNvSpPr>
          <p:nvPr>
            <p:ph type="title"/>
          </p:nvPr>
        </p:nvSpPr>
        <p:spPr>
          <a:xfrm>
            <a:off x="1522673" y="2409526"/>
            <a:ext cx="6244100" cy="11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4000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МАКЕТЫ ПРЕЗЕНТАЦИИ</a:t>
            </a:r>
            <a:endParaRPr sz="4000" dirty="0">
              <a:solidFill>
                <a:srgbClr val="5DF351"/>
              </a:solidFill>
              <a:latin typeface="Joystix Monospace" panose="02010609020102020304" pitchFamily="49" charset="0"/>
            </a:endParaRPr>
          </a:p>
        </p:txBody>
      </p:sp>
      <p:sp>
        <p:nvSpPr>
          <p:cNvPr id="242" name="Google Shape;242;p29"/>
          <p:cNvSpPr txBox="1">
            <a:spLocks noGrp="1"/>
          </p:cNvSpPr>
          <p:nvPr>
            <p:ph type="title" idx="2"/>
          </p:nvPr>
        </p:nvSpPr>
        <p:spPr>
          <a:xfrm>
            <a:off x="3556000" y="1505095"/>
            <a:ext cx="1879600" cy="102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#</a:t>
            </a:r>
            <a:r>
              <a:rPr lang="ru-RU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14</a:t>
            </a:r>
            <a:endParaRPr dirty="0">
              <a:solidFill>
                <a:srgbClr val="5DF351"/>
              </a:solidFill>
              <a:latin typeface="Joystix Monospace" panose="02010609020102020304" pitchFamily="49" charset="0"/>
            </a:endParaRPr>
          </a:p>
        </p:txBody>
      </p:sp>
      <p:grpSp>
        <p:nvGrpSpPr>
          <p:cNvPr id="2" name="Google Shape;243;p29"/>
          <p:cNvGrpSpPr/>
          <p:nvPr/>
        </p:nvGrpSpPr>
        <p:grpSpPr>
          <a:xfrm>
            <a:off x="7894100" y="3762250"/>
            <a:ext cx="226500" cy="378950"/>
            <a:chOff x="7894100" y="3762250"/>
            <a:chExt cx="226500" cy="378950"/>
          </a:xfrm>
        </p:grpSpPr>
        <p:sp>
          <p:nvSpPr>
            <p:cNvPr id="244" name="Google Shape;244;p29"/>
            <p:cNvSpPr/>
            <p:nvPr/>
          </p:nvSpPr>
          <p:spPr>
            <a:xfrm>
              <a:off x="8046500" y="376225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5" name="Google Shape;245;p29"/>
            <p:cNvSpPr/>
            <p:nvPr/>
          </p:nvSpPr>
          <p:spPr>
            <a:xfrm>
              <a:off x="7894100" y="3914675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6" name="Google Shape;246;p29"/>
            <p:cNvSpPr/>
            <p:nvPr/>
          </p:nvSpPr>
          <p:spPr>
            <a:xfrm>
              <a:off x="8046500" y="406710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3" name="Google Shape;247;p29"/>
          <p:cNvGrpSpPr/>
          <p:nvPr/>
        </p:nvGrpSpPr>
        <p:grpSpPr>
          <a:xfrm>
            <a:off x="7229775" y="947625"/>
            <a:ext cx="536998" cy="134100"/>
            <a:chOff x="7229775" y="947625"/>
            <a:chExt cx="536998" cy="134100"/>
          </a:xfrm>
        </p:grpSpPr>
        <p:sp>
          <p:nvSpPr>
            <p:cNvPr id="248" name="Google Shape;248;p29"/>
            <p:cNvSpPr/>
            <p:nvPr/>
          </p:nvSpPr>
          <p:spPr>
            <a:xfrm>
              <a:off x="7229775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9" name="Google Shape;249;p29"/>
            <p:cNvSpPr/>
            <p:nvPr/>
          </p:nvSpPr>
          <p:spPr>
            <a:xfrm>
              <a:off x="73640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0" name="Google Shape;250;p29"/>
            <p:cNvSpPr/>
            <p:nvPr/>
          </p:nvSpPr>
          <p:spPr>
            <a:xfrm>
              <a:off x="74983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1" name="Google Shape;251;p29"/>
            <p:cNvSpPr/>
            <p:nvPr/>
          </p:nvSpPr>
          <p:spPr>
            <a:xfrm>
              <a:off x="7632673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663770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"/>
          <p:cNvSpPr txBox="1">
            <a:spLocks noGrp="1"/>
          </p:cNvSpPr>
          <p:nvPr>
            <p:ph type="title"/>
          </p:nvPr>
        </p:nvSpPr>
        <p:spPr>
          <a:xfrm>
            <a:off x="719999" y="458298"/>
            <a:ext cx="8162743" cy="805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3200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МАКЕТЫ ПРЕЗЕНТАЦИИ</a:t>
            </a:r>
            <a:endParaRPr dirty="0">
              <a:latin typeface="Joystix Monospace" panose="02010609020102020304" pitchFamily="49" charset="0"/>
            </a:endParaRPr>
          </a:p>
        </p:txBody>
      </p:sp>
      <p:sp>
        <p:nvSpPr>
          <p:cNvPr id="259" name="Google Shape;259;p30"/>
          <p:cNvSpPr/>
          <p:nvPr/>
        </p:nvSpPr>
        <p:spPr>
          <a:xfrm rot="5400000">
            <a:off x="5518774" y="3918801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0" name="Google Shape;260;p30"/>
          <p:cNvSpPr/>
          <p:nvPr/>
        </p:nvSpPr>
        <p:spPr>
          <a:xfrm rot="5400000">
            <a:off x="5518774" y="40531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1" name="Google Shape;261;p30"/>
          <p:cNvSpPr/>
          <p:nvPr/>
        </p:nvSpPr>
        <p:spPr>
          <a:xfrm rot="5400000">
            <a:off x="5518774" y="41874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2" name="Google Shape;262;p30"/>
          <p:cNvSpPr/>
          <p:nvPr/>
        </p:nvSpPr>
        <p:spPr>
          <a:xfrm rot="5400000">
            <a:off x="5518774" y="4321699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4097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pic>
        <p:nvPicPr>
          <p:cNvPr id="4099" name="Picture 3" descr="C:\Users\naumo\Downloads\image 104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4346" y="1184154"/>
            <a:ext cx="3052645" cy="1711215"/>
          </a:xfrm>
          <a:prstGeom prst="rect">
            <a:avLst/>
          </a:prstGeom>
          <a:noFill/>
        </p:spPr>
      </p:pic>
      <p:pic>
        <p:nvPicPr>
          <p:cNvPr id="4102" name="Picture 6" descr="C:\Users\naumo\Downloads\image 105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164871" y="1165212"/>
            <a:ext cx="3009727" cy="1687157"/>
          </a:xfrm>
          <a:prstGeom prst="rect">
            <a:avLst/>
          </a:prstGeom>
          <a:noFill/>
        </p:spPr>
      </p:pic>
      <p:pic>
        <p:nvPicPr>
          <p:cNvPr id="4103" name="Picture 7" descr="C:\Users\naumo\Downloads\image 106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159552" y="2995148"/>
            <a:ext cx="3035368" cy="1701531"/>
          </a:xfrm>
          <a:prstGeom prst="rect">
            <a:avLst/>
          </a:prstGeom>
          <a:noFill/>
        </p:spPr>
      </p:pic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125778" y="3011331"/>
            <a:ext cx="3098037" cy="17358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4967722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 txBox="1">
            <a:spLocks noGrp="1"/>
          </p:cNvSpPr>
          <p:nvPr>
            <p:ph type="title"/>
          </p:nvPr>
        </p:nvSpPr>
        <p:spPr>
          <a:xfrm>
            <a:off x="1522674" y="2409526"/>
            <a:ext cx="5751276" cy="11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4000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Динамическая </a:t>
            </a:r>
            <a:r>
              <a:rPr lang="ru-RU" sz="4000" dirty="0" err="1" smtClean="0">
                <a:solidFill>
                  <a:srgbClr val="5DF351"/>
                </a:solidFill>
                <a:latin typeface="Joystix Monospace" panose="02010609020102020304" pitchFamily="49" charset="0"/>
              </a:rPr>
              <a:t>айдентика</a:t>
            </a:r>
            <a:endParaRPr sz="4000" dirty="0">
              <a:solidFill>
                <a:srgbClr val="5DF351"/>
              </a:solidFill>
              <a:latin typeface="Joystix Monospace" panose="02010609020102020304" pitchFamily="49" charset="0"/>
            </a:endParaRPr>
          </a:p>
        </p:txBody>
      </p:sp>
      <p:sp>
        <p:nvSpPr>
          <p:cNvPr id="242" name="Google Shape;242;p29"/>
          <p:cNvSpPr txBox="1">
            <a:spLocks noGrp="1"/>
          </p:cNvSpPr>
          <p:nvPr>
            <p:ph type="title" idx="2"/>
          </p:nvPr>
        </p:nvSpPr>
        <p:spPr>
          <a:xfrm>
            <a:off x="3556000" y="1505095"/>
            <a:ext cx="1879600" cy="102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#</a:t>
            </a:r>
            <a:r>
              <a:rPr lang="ru-RU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15</a:t>
            </a:r>
            <a:endParaRPr dirty="0">
              <a:solidFill>
                <a:srgbClr val="5DF351"/>
              </a:solidFill>
              <a:latin typeface="Joystix Monospace" panose="02010609020102020304" pitchFamily="49" charset="0"/>
            </a:endParaRPr>
          </a:p>
        </p:txBody>
      </p:sp>
      <p:grpSp>
        <p:nvGrpSpPr>
          <p:cNvPr id="2" name="Google Shape;243;p29"/>
          <p:cNvGrpSpPr/>
          <p:nvPr/>
        </p:nvGrpSpPr>
        <p:grpSpPr>
          <a:xfrm>
            <a:off x="7894100" y="3762250"/>
            <a:ext cx="226500" cy="378950"/>
            <a:chOff x="7894100" y="3762250"/>
            <a:chExt cx="226500" cy="378950"/>
          </a:xfrm>
        </p:grpSpPr>
        <p:sp>
          <p:nvSpPr>
            <p:cNvPr id="244" name="Google Shape;244;p29"/>
            <p:cNvSpPr/>
            <p:nvPr/>
          </p:nvSpPr>
          <p:spPr>
            <a:xfrm>
              <a:off x="8046500" y="376225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5" name="Google Shape;245;p29"/>
            <p:cNvSpPr/>
            <p:nvPr/>
          </p:nvSpPr>
          <p:spPr>
            <a:xfrm>
              <a:off x="7894100" y="3914675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6" name="Google Shape;246;p29"/>
            <p:cNvSpPr/>
            <p:nvPr/>
          </p:nvSpPr>
          <p:spPr>
            <a:xfrm>
              <a:off x="8046500" y="406710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3" name="Google Shape;247;p29"/>
          <p:cNvGrpSpPr/>
          <p:nvPr/>
        </p:nvGrpSpPr>
        <p:grpSpPr>
          <a:xfrm>
            <a:off x="7229775" y="947625"/>
            <a:ext cx="536998" cy="134100"/>
            <a:chOff x="7229775" y="947625"/>
            <a:chExt cx="536998" cy="134100"/>
          </a:xfrm>
        </p:grpSpPr>
        <p:sp>
          <p:nvSpPr>
            <p:cNvPr id="248" name="Google Shape;248;p29"/>
            <p:cNvSpPr/>
            <p:nvPr/>
          </p:nvSpPr>
          <p:spPr>
            <a:xfrm>
              <a:off x="7229775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9" name="Google Shape;249;p29"/>
            <p:cNvSpPr/>
            <p:nvPr/>
          </p:nvSpPr>
          <p:spPr>
            <a:xfrm>
              <a:off x="73640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0" name="Google Shape;250;p29"/>
            <p:cNvSpPr/>
            <p:nvPr/>
          </p:nvSpPr>
          <p:spPr>
            <a:xfrm>
              <a:off x="74983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1" name="Google Shape;251;p29"/>
            <p:cNvSpPr/>
            <p:nvPr/>
          </p:nvSpPr>
          <p:spPr>
            <a:xfrm>
              <a:off x="7632673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663770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"/>
          <p:cNvSpPr txBox="1">
            <a:spLocks noGrp="1"/>
          </p:cNvSpPr>
          <p:nvPr>
            <p:ph type="title"/>
          </p:nvPr>
        </p:nvSpPr>
        <p:spPr>
          <a:xfrm>
            <a:off x="719999" y="533925"/>
            <a:ext cx="7640229" cy="805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3200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Динамическая </a:t>
            </a:r>
            <a:r>
              <a:rPr lang="ru-RU" sz="3200" dirty="0" err="1" smtClean="0">
                <a:solidFill>
                  <a:srgbClr val="5DF351"/>
                </a:solidFill>
                <a:latin typeface="Joystix Monospace" panose="02010609020102020304" pitchFamily="49" charset="0"/>
              </a:rPr>
              <a:t>айдентика</a:t>
            </a:r>
            <a:endParaRPr dirty="0">
              <a:latin typeface="Joystix Monospace" panose="02010609020102020304" pitchFamily="49" charset="0"/>
            </a:endParaRPr>
          </a:p>
        </p:txBody>
      </p:sp>
      <p:sp>
        <p:nvSpPr>
          <p:cNvPr id="259" name="Google Shape;259;p30"/>
          <p:cNvSpPr/>
          <p:nvPr/>
        </p:nvSpPr>
        <p:spPr>
          <a:xfrm rot="5400000">
            <a:off x="5518774" y="3918801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0" name="Google Shape;260;p30"/>
          <p:cNvSpPr/>
          <p:nvPr/>
        </p:nvSpPr>
        <p:spPr>
          <a:xfrm rot="5400000">
            <a:off x="5518774" y="40531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1" name="Google Shape;261;p30"/>
          <p:cNvSpPr/>
          <p:nvPr/>
        </p:nvSpPr>
        <p:spPr>
          <a:xfrm rot="5400000">
            <a:off x="5518774" y="41874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2" name="Google Shape;262;p30"/>
          <p:cNvSpPr/>
          <p:nvPr/>
        </p:nvSpPr>
        <p:spPr>
          <a:xfrm rot="5400000">
            <a:off x="5518774" y="4321699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4097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599" y="1574021"/>
            <a:ext cx="4051301" cy="2273759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5200" y="1932521"/>
            <a:ext cx="3686628" cy="166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7722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 txBox="1">
            <a:spLocks noGrp="1"/>
          </p:cNvSpPr>
          <p:nvPr>
            <p:ph type="title"/>
          </p:nvPr>
        </p:nvSpPr>
        <p:spPr>
          <a:xfrm>
            <a:off x="1522674" y="2409526"/>
            <a:ext cx="5751276" cy="11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4000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СОЦСЕТИ </a:t>
            </a:r>
            <a:br>
              <a:rPr lang="ru-RU" sz="4000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</a:br>
            <a:r>
              <a:rPr lang="ru-RU" sz="4000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И САЙТ</a:t>
            </a:r>
            <a:endParaRPr sz="4000" dirty="0">
              <a:solidFill>
                <a:srgbClr val="5DF351"/>
              </a:solidFill>
              <a:latin typeface="Joystix Monospace" panose="02010609020102020304" pitchFamily="49" charset="0"/>
            </a:endParaRPr>
          </a:p>
        </p:txBody>
      </p:sp>
      <p:sp>
        <p:nvSpPr>
          <p:cNvPr id="242" name="Google Shape;242;p29"/>
          <p:cNvSpPr txBox="1">
            <a:spLocks noGrp="1"/>
          </p:cNvSpPr>
          <p:nvPr>
            <p:ph type="title" idx="2"/>
          </p:nvPr>
        </p:nvSpPr>
        <p:spPr>
          <a:xfrm>
            <a:off x="3556000" y="1505095"/>
            <a:ext cx="1879600" cy="102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#</a:t>
            </a:r>
            <a:r>
              <a:rPr lang="ru-RU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16</a:t>
            </a:r>
            <a:endParaRPr dirty="0">
              <a:solidFill>
                <a:srgbClr val="5DF351"/>
              </a:solidFill>
              <a:latin typeface="Joystix Monospace" panose="02010609020102020304" pitchFamily="49" charset="0"/>
            </a:endParaRPr>
          </a:p>
        </p:txBody>
      </p:sp>
      <p:grpSp>
        <p:nvGrpSpPr>
          <p:cNvPr id="2" name="Google Shape;243;p29"/>
          <p:cNvGrpSpPr/>
          <p:nvPr/>
        </p:nvGrpSpPr>
        <p:grpSpPr>
          <a:xfrm>
            <a:off x="7894100" y="3762250"/>
            <a:ext cx="226500" cy="378950"/>
            <a:chOff x="7894100" y="3762250"/>
            <a:chExt cx="226500" cy="378950"/>
          </a:xfrm>
        </p:grpSpPr>
        <p:sp>
          <p:nvSpPr>
            <p:cNvPr id="244" name="Google Shape;244;p29"/>
            <p:cNvSpPr/>
            <p:nvPr/>
          </p:nvSpPr>
          <p:spPr>
            <a:xfrm>
              <a:off x="8046500" y="376225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5" name="Google Shape;245;p29"/>
            <p:cNvSpPr/>
            <p:nvPr/>
          </p:nvSpPr>
          <p:spPr>
            <a:xfrm>
              <a:off x="7894100" y="3914675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6" name="Google Shape;246;p29"/>
            <p:cNvSpPr/>
            <p:nvPr/>
          </p:nvSpPr>
          <p:spPr>
            <a:xfrm>
              <a:off x="8046500" y="4067100"/>
              <a:ext cx="74100" cy="7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3" name="Google Shape;247;p29"/>
          <p:cNvGrpSpPr/>
          <p:nvPr/>
        </p:nvGrpSpPr>
        <p:grpSpPr>
          <a:xfrm>
            <a:off x="7229775" y="947625"/>
            <a:ext cx="536998" cy="134100"/>
            <a:chOff x="7229775" y="947625"/>
            <a:chExt cx="536998" cy="134100"/>
          </a:xfrm>
        </p:grpSpPr>
        <p:sp>
          <p:nvSpPr>
            <p:cNvPr id="248" name="Google Shape;248;p29"/>
            <p:cNvSpPr/>
            <p:nvPr/>
          </p:nvSpPr>
          <p:spPr>
            <a:xfrm>
              <a:off x="7229775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49" name="Google Shape;249;p29"/>
            <p:cNvSpPr/>
            <p:nvPr/>
          </p:nvSpPr>
          <p:spPr>
            <a:xfrm>
              <a:off x="73640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0" name="Google Shape;250;p29"/>
            <p:cNvSpPr/>
            <p:nvPr/>
          </p:nvSpPr>
          <p:spPr>
            <a:xfrm>
              <a:off x="74983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51" name="Google Shape;251;p29"/>
            <p:cNvSpPr/>
            <p:nvPr/>
          </p:nvSpPr>
          <p:spPr>
            <a:xfrm>
              <a:off x="7632673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663770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"/>
          <p:cNvSpPr txBox="1">
            <a:spLocks noGrp="1"/>
          </p:cNvSpPr>
          <p:nvPr>
            <p:ph type="title"/>
          </p:nvPr>
        </p:nvSpPr>
        <p:spPr>
          <a:xfrm>
            <a:off x="719999" y="533925"/>
            <a:ext cx="7640229" cy="805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3200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ОФОРМЛЕНИЕ СОЦСЕТЕЙ</a:t>
            </a:r>
            <a:endParaRPr dirty="0">
              <a:latin typeface="Joystix Monospace" panose="02010609020102020304" pitchFamily="49" charset="0"/>
            </a:endParaRPr>
          </a:p>
        </p:txBody>
      </p:sp>
      <p:sp>
        <p:nvSpPr>
          <p:cNvPr id="259" name="Google Shape;259;p30"/>
          <p:cNvSpPr/>
          <p:nvPr/>
        </p:nvSpPr>
        <p:spPr>
          <a:xfrm rot="5400000">
            <a:off x="5518774" y="3918801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0" name="Google Shape;260;p30"/>
          <p:cNvSpPr/>
          <p:nvPr/>
        </p:nvSpPr>
        <p:spPr>
          <a:xfrm rot="5400000">
            <a:off x="5518774" y="40531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1" name="Google Shape;261;p30"/>
          <p:cNvSpPr/>
          <p:nvPr/>
        </p:nvSpPr>
        <p:spPr>
          <a:xfrm rot="5400000">
            <a:off x="5518774" y="41874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2" name="Google Shape;262;p30"/>
          <p:cNvSpPr/>
          <p:nvPr/>
        </p:nvSpPr>
        <p:spPr>
          <a:xfrm rot="5400000">
            <a:off x="5518774" y="4321699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4097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pic>
        <p:nvPicPr>
          <p:cNvPr id="77826" name="Picture 2" descr="C:\Users\naumo\Downloads\image 107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15468" y="1344933"/>
            <a:ext cx="4257891" cy="3220192"/>
          </a:xfrm>
          <a:prstGeom prst="rect">
            <a:avLst/>
          </a:prstGeom>
          <a:noFill/>
        </p:spPr>
      </p:pic>
      <p:pic>
        <p:nvPicPr>
          <p:cNvPr id="77827" name="Picture 3" descr="C:\Users\naumo\Downloads\image 108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44945" y="1573119"/>
            <a:ext cx="2461400" cy="216930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967722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"/>
          <p:cNvSpPr txBox="1">
            <a:spLocks noGrp="1"/>
          </p:cNvSpPr>
          <p:nvPr>
            <p:ph type="title"/>
          </p:nvPr>
        </p:nvSpPr>
        <p:spPr>
          <a:xfrm>
            <a:off x="720000" y="533925"/>
            <a:ext cx="7440848" cy="805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3200" dirty="0" smtClean="0">
                <a:solidFill>
                  <a:srgbClr val="5DF351"/>
                </a:solidFill>
                <a:latin typeface="Joystix Monospace" panose="02010609020102020304" pitchFamily="49" charset="0"/>
              </a:rPr>
              <a:t>ОФОРМЛЕНИЕ САЙТА</a:t>
            </a:r>
            <a:endParaRPr dirty="0">
              <a:latin typeface="Joystix Monospace" panose="02010609020102020304" pitchFamily="49" charset="0"/>
            </a:endParaRPr>
          </a:p>
        </p:txBody>
      </p:sp>
      <p:sp>
        <p:nvSpPr>
          <p:cNvPr id="259" name="Google Shape;259;p30"/>
          <p:cNvSpPr/>
          <p:nvPr/>
        </p:nvSpPr>
        <p:spPr>
          <a:xfrm rot="5400000">
            <a:off x="5518774" y="3918801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0" name="Google Shape;260;p30"/>
          <p:cNvSpPr/>
          <p:nvPr/>
        </p:nvSpPr>
        <p:spPr>
          <a:xfrm rot="5400000">
            <a:off x="5518774" y="40531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1" name="Google Shape;261;p30"/>
          <p:cNvSpPr/>
          <p:nvPr/>
        </p:nvSpPr>
        <p:spPr>
          <a:xfrm rot="5400000">
            <a:off x="5518774" y="4187400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262" name="Google Shape;262;p30"/>
          <p:cNvSpPr/>
          <p:nvPr/>
        </p:nvSpPr>
        <p:spPr>
          <a:xfrm rot="5400000">
            <a:off x="5518774" y="4321699"/>
            <a:ext cx="134100" cy="134100"/>
          </a:xfrm>
          <a:prstGeom prst="mathPlus">
            <a:avLst>
              <a:gd name="adj1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4097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pic>
        <p:nvPicPr>
          <p:cNvPr id="2049" name="Picture 1" descr="C:\Users\naumo\Downloads\Desktop - 2ввы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78677" y="1368163"/>
            <a:ext cx="6516135" cy="29956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96772211"/>
      </p:ext>
    </p:extLst>
  </p:cSld>
  <p:clrMapOvr>
    <a:masterClrMapping/>
  </p:clrMapOvr>
</p:sld>
</file>

<file path=ppt/theme/theme1.xml><?xml version="1.0" encoding="utf-8"?>
<a:theme xmlns:a="http://schemas.openxmlformats.org/drawingml/2006/main" name="Game Design Agency by Slidesgo">
  <a:themeElements>
    <a:clrScheme name="Simple Light">
      <a:dk1>
        <a:srgbClr val="FFFFFF"/>
      </a:dk1>
      <a:lt1>
        <a:srgbClr val="000000"/>
      </a:lt1>
      <a:dk2>
        <a:srgbClr val="DD3D6E"/>
      </a:dk2>
      <a:lt2>
        <a:srgbClr val="6ABFDA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1489</TotalTime>
  <Words>261</Words>
  <Application>Microsoft Office PowerPoint</Application>
  <PresentationFormat>Экран (16:9)</PresentationFormat>
  <Paragraphs>94</Paragraphs>
  <Slides>33</Slides>
  <Notes>33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33</vt:i4>
      </vt:variant>
    </vt:vector>
  </HeadingPairs>
  <TitlesOfParts>
    <vt:vector size="42" baseType="lpstr">
      <vt:lpstr>Orbitron</vt:lpstr>
      <vt:lpstr>Joystix Monospace</vt:lpstr>
      <vt:lpstr>Montserrat</vt:lpstr>
      <vt:lpstr>Arial</vt:lpstr>
      <vt:lpstr>Kanit</vt:lpstr>
      <vt:lpstr>Kanit Light</vt:lpstr>
      <vt:lpstr>Open Sans Light</vt:lpstr>
      <vt:lpstr>Raleway</vt:lpstr>
      <vt:lpstr>Game Design Agency by Slidesgo</vt:lpstr>
      <vt:lpstr>"Прикладная информатика в дизайне"</vt:lpstr>
      <vt:lpstr>ЦЕЛЕВАЯ</vt:lpstr>
      <vt:lpstr>ЦЕЛЕВАЯ АУДИТОРИЯ</vt:lpstr>
      <vt:lpstr>АССОЦИАЦИИ</vt:lpstr>
      <vt:lpstr>АССОЦИАЦИИ</vt:lpstr>
      <vt:lpstr>АНАЛИЗ Конкурентов</vt:lpstr>
      <vt:lpstr>АНАЛИЗ Конкурентов</vt:lpstr>
      <vt:lpstr>ПАЛИТРА</vt:lpstr>
      <vt:lpstr>ЦВЕТОВАЯ ПАЛИТРА</vt:lpstr>
      <vt:lpstr>МУДБОРД ЛОГО </vt:lpstr>
      <vt:lpstr>МУДБОРД ЛОГОТИПА</vt:lpstr>
      <vt:lpstr>МУДБОРД МАСКОТ</vt:lpstr>
      <vt:lpstr>МУДБОРД МАСКОТА</vt:lpstr>
      <vt:lpstr>ИКОНКИ</vt:lpstr>
      <vt:lpstr>ИКОНКИ</vt:lpstr>
      <vt:lpstr>ЛОГОТИП</vt:lpstr>
      <vt:lpstr>РАЗРАБОТКА ЛОГОТИПА</vt:lpstr>
      <vt:lpstr>РАЗРАБОТКА ЛОГОТИПА</vt:lpstr>
      <vt:lpstr>МАСКОТ</vt:lpstr>
      <vt:lpstr>МАСКОТ И СТИКЕРПАК</vt:lpstr>
      <vt:lpstr>ПРАВИЛА ИСПОЛЬЗОВАНИЯ</vt:lpstr>
      <vt:lpstr>ПРАВИЛА ИСПОЛЬЗОВАНИЯ</vt:lpstr>
      <vt:lpstr>ПАТТЕРНЫ</vt:lpstr>
      <vt:lpstr>ПАТТЕРНЫ</vt:lpstr>
      <vt:lpstr>МОКАПЫ</vt:lpstr>
      <vt:lpstr>МОКАПЫ</vt:lpstr>
      <vt:lpstr>МАКЕТЫ ПРЕЗЕНТАЦИИ</vt:lpstr>
      <vt:lpstr>МАКЕТЫ ПРЕЗЕНТАЦИИ</vt:lpstr>
      <vt:lpstr>Динамическая айдентика</vt:lpstr>
      <vt:lpstr>Динамическая айдентика</vt:lpstr>
      <vt:lpstr>СОЦСЕТИ  И САЙТ</vt:lpstr>
      <vt:lpstr>ОФОРМЛЕНИЕ СОЦСЕТЕЙ</vt:lpstr>
      <vt:lpstr>ОФОРМЛЕНИЕ САЙТА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"Прикладная информатика в дизайне"</dc:title>
  <dc:creator>User</dc:creator>
  <cp:lastModifiedBy>User</cp:lastModifiedBy>
  <cp:revision>41</cp:revision>
  <dcterms:modified xsi:type="dcterms:W3CDTF">2025-12-17T04:57:00Z</dcterms:modified>
</cp:coreProperties>
</file>